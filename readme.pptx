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AE526-3C2B-4711-997E-5283C280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3BB5D8-CAA5-F591-D9FC-D9611D610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F2BEFC-A43C-9BBD-2D21-BD6A231E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667F1C-929B-8F7D-B217-7C5D959D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7E8B8B-EE2D-10B5-83FC-B8AC2CEE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26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464712-C276-3CE6-9C79-B53E77AC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106007-10C1-8162-8632-9BE6F7535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F772B2-0894-9DFE-F61F-6BE005E3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9F26EC-75B3-1D2F-A17E-F7076548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0BDE49-A34D-EBB7-B96C-D8D3A5D3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33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18321-8585-515C-8CCD-4A1963BC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A9E57-2898-8760-10FD-684035FC8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8A92B6-96A3-E100-28DA-82A44639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F85F1E-AC00-1B00-213F-D07091A8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22C798-0D13-4769-6305-ED086B40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00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819FA-0C9B-4546-983B-EED01B4BD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F99102-DBB8-E122-F2B4-60479D51F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016904-E64B-7CA6-276A-A94CF72B2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3E0E54-AE61-4E91-2A68-57D52F30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5456ED-BCEB-5039-DAC0-974BF62F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534130-9019-B66B-F9D2-E81BD117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01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2DA57F-62A2-CBD2-4AEC-596AB13C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4CA68-AA70-39F7-EE13-34106D2D4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9BBAFB-8276-950D-8EA2-BF4619673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E5B5EA-E4C2-6211-9325-CD1A93DC2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93CE6B-BC0B-6504-F027-5C592F781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132ACA6-74B6-E600-8070-54E574D0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3F6A89-D2F8-F800-5153-3DC84A50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997414-2AAD-7C41-EB38-F05542CC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94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D5F7D-6ECC-202D-6E68-8E1C3FB7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2811AA-1120-1C2E-20EF-091D265D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58AAC0F-7361-BCB3-E120-3C7ADCF8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FED693-5E6A-8941-BA18-F11977E1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68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AF47C-4055-6A67-642F-74B6423C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72375E-4CA8-0B5D-C109-8555D61C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3B86DD-2C8F-D8F6-E70F-3C5CBFBB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78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10B43-6DE1-5EA9-81AF-F7A4617C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B8BB13-C27B-E084-7B44-DE9CCD4B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719732-6036-B340-318D-B91CC53A0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4C04B4-C9D8-1C6D-38DE-671693CC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04C556-0D08-5FF6-3A78-EB7F8FB5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17EDCA-697A-ACFC-CC37-CA2D458B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86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778EA7-2825-9A3F-3901-F37EA989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AFD6435-5BC1-54FF-D12A-05BF0771A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6BC6DC-5B38-27B6-EAAF-9449E5DB5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8EDC0B-CB69-7CF8-E3F8-8E7A3D28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D91EA6-DFFE-A23C-03F9-19F5D587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6F1D55-DD2A-7E72-1255-18D54333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90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B1667-E32A-3849-2DDE-5246D973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FD4B8F-EFFA-0F35-A217-561FC8957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9233BA-8767-D752-E469-F166E851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40B16D-3342-22E5-0617-38D20CF4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00A60-04B6-B46F-BC70-B2739AE1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90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246F68-64B6-1068-ACF6-6F361759A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482CCE-D751-C1FF-E946-292B1CB28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39E63A-B793-FB2D-A560-E9D1A2E8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0A0909-D821-0337-3611-5A2B511D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2E8857-19A5-BC69-6CDA-54DF7F42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15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A2547D-9DA7-4F93-E457-95285ADE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54AB1F-C082-45BD-D77C-86B5E316B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E9C7B4-5795-8FBA-C86D-93F1E3B29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BBBF9-E3FC-4297-A089-C48CD2D42611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60A21D-05EA-D060-06E1-8A5421A8A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6F049D-5960-DEDF-DB38-0F7386CDF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0ED78-8061-48E0-93D5-0A7321A345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83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0DE3CCA-09A2-3BA4-ADE1-5291A6FB8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92" y="4288693"/>
            <a:ext cx="986802" cy="21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4E68D09-2817-EC6C-8657-28AD1D95C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082" y="4288693"/>
            <a:ext cx="986802" cy="2160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151B35-5F3C-DC7F-8ABC-0A0A87058B76}"/>
              </a:ext>
            </a:extLst>
          </p:cNvPr>
          <p:cNvSpPr txBox="1"/>
          <p:nvPr/>
        </p:nvSpPr>
        <p:spPr>
          <a:xfrm>
            <a:off x="285306" y="435566"/>
            <a:ext cx="11621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なかモン</a:t>
            </a:r>
            <a:r>
              <a:rPr kumimoji="1"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REC v26.7.1 </a:t>
            </a:r>
            <a:r>
              <a:rPr kumimoji="1"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クイック</a:t>
            </a:r>
            <a:r>
              <a:rPr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スタート</a:t>
            </a:r>
            <a:r>
              <a:rPr kumimoji="1"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ガイド </a:t>
            </a:r>
            <a:r>
              <a:rPr kumimoji="1"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for Android</a:t>
            </a:r>
            <a:endParaRPr kumimoji="1" lang="ja-JP" altLang="en-US" sz="2400" dirty="0">
              <a:latin typeface="LINE Seed JP_TTF ExtraBold" panose="02020800000000000000" pitchFamily="18" charset="-128"/>
              <a:ea typeface="LINE Seed JP_TTF ExtraBold" panose="02020800000000000000" pitchFamily="18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5F7AF1-99E0-0F27-6110-967E8FC6F391}"/>
              </a:ext>
            </a:extLst>
          </p:cNvPr>
          <p:cNvSpPr txBox="1"/>
          <p:nvPr/>
        </p:nvSpPr>
        <p:spPr>
          <a:xfrm>
            <a:off x="285306" y="1212112"/>
            <a:ext cx="79980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キャプチャー画面の校正</a:t>
            </a:r>
            <a:b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</a:b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アプリ使用前に戦闘を行い、以下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4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枚の画像を準備する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①パーティ選択画面</a:t>
            </a:r>
            <a:r>
              <a:rPr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※P1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～</a:t>
            </a:r>
            <a:r>
              <a:rPr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いずれかにフォーカスを当てること</a:t>
            </a:r>
            <a:endParaRPr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②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VS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③勝利画面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④敗北画面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メイン画面から校正機能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カメラアイコン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を選択する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「パーティ選択画面」を選択する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1-4.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「画像をインポート」を選択し、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1-1.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で保存した画像を設定する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1-5.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「校正を開始」→「自動校正」→「この位置で決定」を選択する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　→残りの②～④に対して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～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1-5.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を繰り返す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　→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②は「詳細校正」でも校正が可能です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↑↑↑ここまでは最初の</a:t>
            </a:r>
            <a:r>
              <a:rPr kumimoji="1"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度だけ行えば</a:t>
            </a:r>
            <a:r>
              <a:rPr kumimoji="1"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OK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です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↑↑↑</a:t>
            </a:r>
            <a:endParaRPr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自動記録の開始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メイン画面の中央にある「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REC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」ボタンを押す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ドラクエウォークの画面を選択する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(Android14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以降の場合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2-3.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戦闘を開始する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　→自動記録が成功した場合、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VS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画面で戦闘開始の通知が出ます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CB1E92-791A-9CDB-1E8E-0E2A5D401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987" y="4288693"/>
            <a:ext cx="986802" cy="216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E348E81-98A4-B57F-81F3-657F73121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67" y="4288693"/>
            <a:ext cx="986802" cy="2160000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F1EB2A8A-A4D5-CD83-FF0A-A572E2098203}"/>
              </a:ext>
            </a:extLst>
          </p:cNvPr>
          <p:cNvGrpSpPr/>
          <p:nvPr/>
        </p:nvGrpSpPr>
        <p:grpSpPr>
          <a:xfrm>
            <a:off x="7789987" y="1133193"/>
            <a:ext cx="4111077" cy="2419635"/>
            <a:chOff x="7789987" y="1133193"/>
            <a:chExt cx="4111077" cy="2419635"/>
          </a:xfrm>
        </p:grpSpPr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CF614664-0F7D-40BD-B190-8B03A27DFE69}"/>
                </a:ext>
              </a:extLst>
            </p:cNvPr>
            <p:cNvGrpSpPr/>
            <p:nvPr/>
          </p:nvGrpSpPr>
          <p:grpSpPr>
            <a:xfrm>
              <a:off x="7789987" y="1392828"/>
              <a:ext cx="4111077" cy="2160000"/>
              <a:chOff x="7789987" y="1392828"/>
              <a:chExt cx="4111077" cy="2160000"/>
            </a:xfrm>
          </p:grpSpPr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0CE27011-307F-FE6E-551B-855B3855D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14262" y="1392828"/>
                <a:ext cx="986802" cy="2160000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46C45C08-5353-842E-B54B-A31F3F40E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2837" y="1392828"/>
                <a:ext cx="986802" cy="2160000"/>
              </a:xfrm>
              <a:prstGeom prst="rect">
                <a:avLst/>
              </a:prstGeom>
            </p:spPr>
          </p:pic>
          <p:pic>
            <p:nvPicPr>
              <p:cNvPr id="22" name="図 21">
                <a:extLst>
                  <a:ext uri="{FF2B5EF4-FFF2-40B4-BE49-F238E27FC236}">
                    <a16:creationId xmlns:a16="http://schemas.microsoft.com/office/drawing/2014/main" id="{7F4BCC7B-D13F-8937-C9FA-4C9EA85469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31412" y="1392828"/>
                <a:ext cx="986802" cy="2160000"/>
              </a:xfrm>
              <a:prstGeom prst="rect">
                <a:avLst/>
              </a:prstGeom>
            </p:spPr>
          </p:pic>
          <p:pic>
            <p:nvPicPr>
              <p:cNvPr id="26" name="図 25">
                <a:extLst>
                  <a:ext uri="{FF2B5EF4-FFF2-40B4-BE49-F238E27FC236}">
                    <a16:creationId xmlns:a16="http://schemas.microsoft.com/office/drawing/2014/main" id="{90FC86A2-EEA3-75E9-58B1-26B3EC1BE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89987" y="1392828"/>
                <a:ext cx="986802" cy="2160000"/>
              </a:xfrm>
              <a:prstGeom prst="rect">
                <a:avLst/>
              </a:prstGeom>
            </p:spPr>
          </p:pic>
        </p:grp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6407930E-34C1-37DD-694F-6CB9BA0269C3}"/>
                </a:ext>
              </a:extLst>
            </p:cNvPr>
            <p:cNvSpPr txBox="1"/>
            <p:nvPr/>
          </p:nvSpPr>
          <p:spPr>
            <a:xfrm>
              <a:off x="7789987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①</a:t>
              </a: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8F2B54F5-61BF-2957-7435-22BF5B074946}"/>
                </a:ext>
              </a:extLst>
            </p:cNvPr>
            <p:cNvSpPr txBox="1"/>
            <p:nvPr/>
          </p:nvSpPr>
          <p:spPr>
            <a:xfrm>
              <a:off x="8831412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②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E9D0BCA7-4CDE-7D92-C318-AC15EEDBB921}"/>
                </a:ext>
              </a:extLst>
            </p:cNvPr>
            <p:cNvSpPr txBox="1"/>
            <p:nvPr/>
          </p:nvSpPr>
          <p:spPr>
            <a:xfrm>
              <a:off x="9872837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③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DDE68958-9069-A507-DEB1-C4795FC4116C}"/>
                </a:ext>
              </a:extLst>
            </p:cNvPr>
            <p:cNvSpPr txBox="1"/>
            <p:nvPr/>
          </p:nvSpPr>
          <p:spPr>
            <a:xfrm>
              <a:off x="10905297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④</a:t>
              </a:r>
            </a:p>
          </p:txBody>
        </p:sp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FD70C0-9EA5-72B4-EDDF-8CD9D50D06E5}"/>
              </a:ext>
            </a:extLst>
          </p:cNvPr>
          <p:cNvSpPr txBox="1"/>
          <p:nvPr/>
        </p:nvSpPr>
        <p:spPr>
          <a:xfrm>
            <a:off x="7790822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1-2.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5E05AD0-3D38-2BBA-DBA8-F804ABE3FAC6}"/>
              </a:ext>
            </a:extLst>
          </p:cNvPr>
          <p:cNvSpPr txBox="1"/>
          <p:nvPr/>
        </p:nvSpPr>
        <p:spPr>
          <a:xfrm>
            <a:off x="8831412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E332041-C90C-4766-42F7-E5BDC7EB35FC}"/>
              </a:ext>
            </a:extLst>
          </p:cNvPr>
          <p:cNvSpPr txBox="1"/>
          <p:nvPr/>
        </p:nvSpPr>
        <p:spPr>
          <a:xfrm>
            <a:off x="9872002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1-4.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1F80654-C1D7-47E5-E433-3368B99C717D}"/>
              </a:ext>
            </a:extLst>
          </p:cNvPr>
          <p:cNvSpPr txBox="1"/>
          <p:nvPr/>
        </p:nvSpPr>
        <p:spPr>
          <a:xfrm>
            <a:off x="10915097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1-5.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BF44463-DC6F-E8A3-7D13-4F93D7291709}"/>
              </a:ext>
            </a:extLst>
          </p:cNvPr>
          <p:cNvSpPr/>
          <p:nvPr/>
        </p:nvSpPr>
        <p:spPr>
          <a:xfrm>
            <a:off x="8548189" y="4481829"/>
            <a:ext cx="255494" cy="23925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7FE375B-FD03-271D-38D9-54901D2AD7A7}"/>
              </a:ext>
            </a:extLst>
          </p:cNvPr>
          <p:cNvSpPr/>
          <p:nvPr/>
        </p:nvSpPr>
        <p:spPr>
          <a:xfrm>
            <a:off x="9951404" y="5280379"/>
            <a:ext cx="383881" cy="1297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76AB9F6-8820-910E-99A2-96E1885DA10E}"/>
              </a:ext>
            </a:extLst>
          </p:cNvPr>
          <p:cNvSpPr/>
          <p:nvPr/>
        </p:nvSpPr>
        <p:spPr>
          <a:xfrm>
            <a:off x="9951404" y="5508979"/>
            <a:ext cx="383881" cy="1297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107AD99-A256-01FC-704B-BD8B4195338A}"/>
              </a:ext>
            </a:extLst>
          </p:cNvPr>
          <p:cNvSpPr/>
          <p:nvPr/>
        </p:nvSpPr>
        <p:spPr>
          <a:xfrm>
            <a:off x="8906035" y="5047294"/>
            <a:ext cx="504665" cy="1297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5440A85-4165-A2DC-2665-797CD799BCB9}"/>
              </a:ext>
            </a:extLst>
          </p:cNvPr>
          <p:cNvSpPr/>
          <p:nvPr/>
        </p:nvSpPr>
        <p:spPr>
          <a:xfrm>
            <a:off x="10923596" y="6298918"/>
            <a:ext cx="224190" cy="1228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7F60958-450F-C270-8CF6-69B3B4151F7A}"/>
              </a:ext>
            </a:extLst>
          </p:cNvPr>
          <p:cNvSpPr/>
          <p:nvPr/>
        </p:nvSpPr>
        <p:spPr>
          <a:xfrm>
            <a:off x="11654118" y="6298918"/>
            <a:ext cx="224190" cy="1228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C51A967-435C-1F12-AFA7-8E30BBB33ACD}"/>
              </a:ext>
            </a:extLst>
          </p:cNvPr>
          <p:cNvSpPr/>
          <p:nvPr/>
        </p:nvSpPr>
        <p:spPr>
          <a:xfrm>
            <a:off x="11291149" y="6298918"/>
            <a:ext cx="224190" cy="1228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15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4838-2316-F43F-D323-D4865E9F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67E3E59-1BC2-74DC-396B-3B7AFF18C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082" y="4288693"/>
            <a:ext cx="986802" cy="2160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1E612C-907D-9D09-699B-702767506C2F}"/>
              </a:ext>
            </a:extLst>
          </p:cNvPr>
          <p:cNvSpPr txBox="1"/>
          <p:nvPr/>
        </p:nvSpPr>
        <p:spPr>
          <a:xfrm>
            <a:off x="285306" y="435566"/>
            <a:ext cx="11621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なかモン</a:t>
            </a:r>
            <a:r>
              <a:rPr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REC </a:t>
            </a:r>
            <a:r>
              <a:rPr kumimoji="1"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v26.7.1 </a:t>
            </a:r>
            <a:r>
              <a:rPr kumimoji="1"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クイック</a:t>
            </a:r>
            <a:r>
              <a:rPr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スタート</a:t>
            </a:r>
            <a:r>
              <a:rPr kumimoji="1"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ガイド </a:t>
            </a:r>
            <a:r>
              <a:rPr kumimoji="1"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for iOS</a:t>
            </a:r>
            <a:endParaRPr kumimoji="1" lang="ja-JP" altLang="en-US" sz="2400" dirty="0">
              <a:latin typeface="LINE Seed JP_TTF ExtraBold" panose="02020800000000000000" pitchFamily="18" charset="-128"/>
              <a:ea typeface="LINE Seed JP_TTF ExtraBold" panose="02020800000000000000" pitchFamily="18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C750B03-10A6-7B56-867D-4CF4088EC727}"/>
              </a:ext>
            </a:extLst>
          </p:cNvPr>
          <p:cNvSpPr txBox="1"/>
          <p:nvPr/>
        </p:nvSpPr>
        <p:spPr>
          <a:xfrm>
            <a:off x="285306" y="1212112"/>
            <a:ext cx="79980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キャプチャー画面の校正</a:t>
            </a:r>
            <a:b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</a:b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アプリ使用前に戦闘を行い、以下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4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枚の画像を準備する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①パーティ選択画面</a:t>
            </a:r>
            <a:r>
              <a:rPr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※P1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～</a:t>
            </a:r>
            <a:r>
              <a:rPr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いずれかにフォーカスを当てること</a:t>
            </a:r>
            <a:endParaRPr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②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VS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③勝利画面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④敗北画面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メイン画面から校正機能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カメラアイコン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を選択する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「パーティ選択画面」を選択する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1-4.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「画像をインポート」を選択し、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1-1.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で保存した画像を設定する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1-5.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「校正を開始」→「自動校正」→「この位置で決定」を選択する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　→残りの②～④に対して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～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1-5.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を繰り返す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　→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②は「詳細校正」でも校正が可能です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↑↑↑ここまでは最初の</a:t>
            </a:r>
            <a:r>
              <a:rPr kumimoji="1"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度だけ行えば</a:t>
            </a:r>
            <a:r>
              <a:rPr kumimoji="1"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OK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です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↑↑↑</a:t>
            </a:r>
            <a:endParaRPr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自動記録の開始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メイン画面の中央にある「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REC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」ボタンを押す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「ブロードキャストを開始」を押す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(iOS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の場合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2-3.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ドラクエウォークの画面に切り替え、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戦闘を開始する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　→</a:t>
            </a:r>
            <a:r>
              <a:rPr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iOS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版では戦闘開始</a:t>
            </a:r>
            <a:r>
              <a:rPr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/</a:t>
            </a:r>
            <a:r>
              <a:rPr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終了の通知は表示されません</a:t>
            </a:r>
            <a:endParaRPr kumimoji="1"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C77ECC1-5733-3BC8-56E3-114EEA994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987" y="4288693"/>
            <a:ext cx="986802" cy="216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9084073-09BD-0830-A91A-F4E16C58B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67" y="4288693"/>
            <a:ext cx="986802" cy="2160000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D19E69C2-1E71-5861-EA2E-FB0B38BE0EDF}"/>
              </a:ext>
            </a:extLst>
          </p:cNvPr>
          <p:cNvGrpSpPr/>
          <p:nvPr/>
        </p:nvGrpSpPr>
        <p:grpSpPr>
          <a:xfrm>
            <a:off x="7789987" y="1133193"/>
            <a:ext cx="4111077" cy="2419635"/>
            <a:chOff x="7789987" y="1133193"/>
            <a:chExt cx="4111077" cy="2419635"/>
          </a:xfrm>
        </p:grpSpPr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6A7FC268-F1F7-02D3-A666-4CEBB532A24A}"/>
                </a:ext>
              </a:extLst>
            </p:cNvPr>
            <p:cNvGrpSpPr/>
            <p:nvPr/>
          </p:nvGrpSpPr>
          <p:grpSpPr>
            <a:xfrm>
              <a:off x="7789987" y="1392828"/>
              <a:ext cx="4111077" cy="2160000"/>
              <a:chOff x="7789987" y="1392828"/>
              <a:chExt cx="4111077" cy="2160000"/>
            </a:xfrm>
          </p:grpSpPr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8A06BB27-F5A4-C95B-0171-BACF9155B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14262" y="1392828"/>
                <a:ext cx="986802" cy="2160000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C16B2387-AF8C-4CE3-35B4-7F40F190A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2837" y="1392828"/>
                <a:ext cx="986802" cy="2160000"/>
              </a:xfrm>
              <a:prstGeom prst="rect">
                <a:avLst/>
              </a:prstGeom>
            </p:spPr>
          </p:pic>
          <p:pic>
            <p:nvPicPr>
              <p:cNvPr id="22" name="図 21">
                <a:extLst>
                  <a:ext uri="{FF2B5EF4-FFF2-40B4-BE49-F238E27FC236}">
                    <a16:creationId xmlns:a16="http://schemas.microsoft.com/office/drawing/2014/main" id="{5FF58DAD-C762-334F-2A43-B5C233D0D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31412" y="1392828"/>
                <a:ext cx="986802" cy="2160000"/>
              </a:xfrm>
              <a:prstGeom prst="rect">
                <a:avLst/>
              </a:prstGeom>
            </p:spPr>
          </p:pic>
          <p:pic>
            <p:nvPicPr>
              <p:cNvPr id="26" name="図 25">
                <a:extLst>
                  <a:ext uri="{FF2B5EF4-FFF2-40B4-BE49-F238E27FC236}">
                    <a16:creationId xmlns:a16="http://schemas.microsoft.com/office/drawing/2014/main" id="{DE488F1F-F41D-189D-1A00-F84BB8B42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89987" y="1392828"/>
                <a:ext cx="986802" cy="2160000"/>
              </a:xfrm>
              <a:prstGeom prst="rect">
                <a:avLst/>
              </a:prstGeom>
            </p:spPr>
          </p:pic>
        </p:grp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5FE731F1-0662-1C4F-2E43-D9B0C4E5D166}"/>
                </a:ext>
              </a:extLst>
            </p:cNvPr>
            <p:cNvSpPr txBox="1"/>
            <p:nvPr/>
          </p:nvSpPr>
          <p:spPr>
            <a:xfrm>
              <a:off x="7789987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①</a:t>
              </a: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F1302303-01A0-88B3-3158-1726BE3D6FF6}"/>
                </a:ext>
              </a:extLst>
            </p:cNvPr>
            <p:cNvSpPr txBox="1"/>
            <p:nvPr/>
          </p:nvSpPr>
          <p:spPr>
            <a:xfrm>
              <a:off x="8831412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②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D481FD58-4CDA-1DE5-D7DB-0490ECE3A851}"/>
                </a:ext>
              </a:extLst>
            </p:cNvPr>
            <p:cNvSpPr txBox="1"/>
            <p:nvPr/>
          </p:nvSpPr>
          <p:spPr>
            <a:xfrm>
              <a:off x="9872837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③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604A3924-9B60-9200-516C-14FFCDD3831D}"/>
                </a:ext>
              </a:extLst>
            </p:cNvPr>
            <p:cNvSpPr txBox="1"/>
            <p:nvPr/>
          </p:nvSpPr>
          <p:spPr>
            <a:xfrm>
              <a:off x="10905297" y="1133193"/>
              <a:ext cx="493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>
                  <a:latin typeface="LINE Seed JP_TTF Bold" panose="02020700000000000000" pitchFamily="18" charset="-128"/>
                  <a:ea typeface="LINE Seed JP_TTF Bold" panose="02020700000000000000" pitchFamily="18" charset="-128"/>
                </a:rPr>
                <a:t>④</a:t>
              </a:r>
            </a:p>
          </p:txBody>
        </p:sp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BA835E6-8182-6EA0-7104-0B9C5EA4C37F}"/>
              </a:ext>
            </a:extLst>
          </p:cNvPr>
          <p:cNvSpPr txBox="1"/>
          <p:nvPr/>
        </p:nvSpPr>
        <p:spPr>
          <a:xfrm>
            <a:off x="7790822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1-2.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E48198D-74D9-6692-4040-4BE3B4FD88FE}"/>
              </a:ext>
            </a:extLst>
          </p:cNvPr>
          <p:cNvSpPr txBox="1"/>
          <p:nvPr/>
        </p:nvSpPr>
        <p:spPr>
          <a:xfrm>
            <a:off x="8831412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1E6B99C-3D68-A1D9-5451-DA4EE066BBC0}"/>
              </a:ext>
            </a:extLst>
          </p:cNvPr>
          <p:cNvSpPr txBox="1"/>
          <p:nvPr/>
        </p:nvSpPr>
        <p:spPr>
          <a:xfrm>
            <a:off x="9872002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1-4.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97AAE23-B189-497F-FE50-586F2A7D3A3C}"/>
              </a:ext>
            </a:extLst>
          </p:cNvPr>
          <p:cNvSpPr txBox="1"/>
          <p:nvPr/>
        </p:nvSpPr>
        <p:spPr>
          <a:xfrm>
            <a:off x="10915097" y="4012879"/>
            <a:ext cx="985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1-5.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C66B41B-F38C-F59D-EDCF-0D09076D8406}"/>
              </a:ext>
            </a:extLst>
          </p:cNvPr>
          <p:cNvSpPr/>
          <p:nvPr/>
        </p:nvSpPr>
        <p:spPr>
          <a:xfrm>
            <a:off x="8548189" y="4481829"/>
            <a:ext cx="255494" cy="23925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C78B1EE-151B-F364-8C9F-94700F6B675A}"/>
              </a:ext>
            </a:extLst>
          </p:cNvPr>
          <p:cNvSpPr/>
          <p:nvPr/>
        </p:nvSpPr>
        <p:spPr>
          <a:xfrm>
            <a:off x="9951404" y="5280379"/>
            <a:ext cx="383881" cy="1297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2CA0E93-704B-1DBC-7171-F35E3B10AE46}"/>
              </a:ext>
            </a:extLst>
          </p:cNvPr>
          <p:cNvSpPr/>
          <p:nvPr/>
        </p:nvSpPr>
        <p:spPr>
          <a:xfrm>
            <a:off x="9951404" y="5508979"/>
            <a:ext cx="383881" cy="1297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2B8845D-8E87-60FF-10D8-C2A9550D464D}"/>
              </a:ext>
            </a:extLst>
          </p:cNvPr>
          <p:cNvSpPr/>
          <p:nvPr/>
        </p:nvSpPr>
        <p:spPr>
          <a:xfrm>
            <a:off x="8906035" y="5047294"/>
            <a:ext cx="504665" cy="1297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1018149-A402-10B2-4837-9237DAB6F0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92" y="4288693"/>
            <a:ext cx="986802" cy="21600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75A4C6-A1E8-9010-A480-367D7196A028}"/>
              </a:ext>
            </a:extLst>
          </p:cNvPr>
          <p:cNvSpPr/>
          <p:nvPr/>
        </p:nvSpPr>
        <p:spPr>
          <a:xfrm>
            <a:off x="10923596" y="6298918"/>
            <a:ext cx="224190" cy="1228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D4B47EF-49F9-933B-8C7C-3FEBC633AD98}"/>
              </a:ext>
            </a:extLst>
          </p:cNvPr>
          <p:cNvSpPr/>
          <p:nvPr/>
        </p:nvSpPr>
        <p:spPr>
          <a:xfrm>
            <a:off x="11654118" y="6298918"/>
            <a:ext cx="224190" cy="1228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6BB0EEF-11CF-7606-374D-73B2F1E38294}"/>
              </a:ext>
            </a:extLst>
          </p:cNvPr>
          <p:cNvSpPr/>
          <p:nvPr/>
        </p:nvSpPr>
        <p:spPr>
          <a:xfrm>
            <a:off x="11291149" y="6298918"/>
            <a:ext cx="224190" cy="12288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21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F58DCAB-9FCD-D139-4D68-69FD1CDD0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761" y="684827"/>
            <a:ext cx="1315736" cy="2880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DC695A-CBEF-3297-2172-55F1F65C6BA6}"/>
              </a:ext>
            </a:extLst>
          </p:cNvPr>
          <p:cNvSpPr txBox="1"/>
          <p:nvPr/>
        </p:nvSpPr>
        <p:spPr>
          <a:xfrm>
            <a:off x="285306" y="435566"/>
            <a:ext cx="11621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なかモン</a:t>
            </a:r>
            <a:r>
              <a:rPr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REC</a:t>
            </a:r>
            <a:r>
              <a:rPr kumimoji="1"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 v26.7.1 </a:t>
            </a:r>
            <a:r>
              <a:rPr kumimoji="1"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戦績チェックガイド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1E5392-D076-AF4C-9065-E67CA9621828}"/>
              </a:ext>
            </a:extLst>
          </p:cNvPr>
          <p:cNvSpPr txBox="1"/>
          <p:nvPr/>
        </p:nvSpPr>
        <p:spPr>
          <a:xfrm>
            <a:off x="285306" y="1212112"/>
            <a:ext cx="79980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レコード編集機能 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※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画面下部のボタンが編集モード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時</a:t>
            </a:r>
            <a:b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</a:b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任意のレコードで長押しする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勝敗、選択パーティ、使用モンスターの修正が可能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1-3.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その他、レコードの追加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/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削除、マッチングスコアの確認が可能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レコードフィルタ機能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※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画面下部のボタンがフィルタモード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時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レコード左端の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WIN/LOSE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を押すと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WIN/LOSE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でフィルタ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レコード中の任意のモンスターを押すと対象モンスターでフィルタ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2-3.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画面上部のフィルタ欄の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フィルタ条件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/CLEAR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ボタンで解除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レコード集計機能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3-1.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画面下部右側の虫眼鏡アイコン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(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)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を選択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3-2.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「パーティ集計」もしくは「モンスター集計」を選択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①パーティ集計：最新の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P1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～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以外の過去のパーティ戦績が確認できる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②モンスター集計：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	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モンスター：</a:t>
            </a:r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24H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単位のモンスター出現率や勝率が確認できる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	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パーティ：モンスターの組み合わせで出現率や勝率が確認できる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605A71-E89F-D35F-C9A2-D1FA005E1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946" y="3894805"/>
            <a:ext cx="1315736" cy="288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BF88DAA-3308-7616-5792-897F5E5DB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358" y="684827"/>
            <a:ext cx="1315736" cy="288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583A8DD-D857-06C0-FA11-E15E362E1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2955" y="673113"/>
            <a:ext cx="1315736" cy="288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F2EDBB5-044F-EBD8-41A5-2227C68F35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697" y="3894805"/>
            <a:ext cx="1315736" cy="2880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1C79C4DC-DD4A-BD6E-8581-9D4328D6F5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069" y="1119387"/>
            <a:ext cx="432000" cy="432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68C6C6F-47C6-7797-CBBD-A427486BDB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923" y="2490285"/>
            <a:ext cx="432000" cy="43200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E06AC10-10D8-FA0E-AB88-8EAE8C4E0F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398" y="4094258"/>
            <a:ext cx="432000" cy="43200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F5D1E4E-6A84-2A5D-73F1-47DC14D79397}"/>
              </a:ext>
            </a:extLst>
          </p:cNvPr>
          <p:cNvSpPr txBox="1"/>
          <p:nvPr/>
        </p:nvSpPr>
        <p:spPr>
          <a:xfrm>
            <a:off x="8784697" y="3621383"/>
            <a:ext cx="2745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36F7867-3EEA-E744-EC42-BC3E8E1E08F8}"/>
              </a:ext>
            </a:extLst>
          </p:cNvPr>
          <p:cNvSpPr txBox="1"/>
          <p:nvPr/>
        </p:nvSpPr>
        <p:spPr>
          <a:xfrm>
            <a:off x="10745094" y="386164"/>
            <a:ext cx="986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49F43CF-8103-6109-F255-D0C832095B58}"/>
              </a:ext>
            </a:extLst>
          </p:cNvPr>
          <p:cNvSpPr txBox="1"/>
          <p:nvPr/>
        </p:nvSpPr>
        <p:spPr>
          <a:xfrm>
            <a:off x="8055761" y="388331"/>
            <a:ext cx="2689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10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931B4-7A8A-595C-42B1-76B75435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D84F53-D300-52EB-5042-2EF9EE62391D}"/>
              </a:ext>
            </a:extLst>
          </p:cNvPr>
          <p:cNvSpPr txBox="1"/>
          <p:nvPr/>
        </p:nvSpPr>
        <p:spPr>
          <a:xfrm>
            <a:off x="285306" y="435566"/>
            <a:ext cx="11621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なかモン</a:t>
            </a:r>
            <a:r>
              <a:rPr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REC</a:t>
            </a:r>
            <a:r>
              <a:rPr kumimoji="1" lang="en-US" altLang="ja-JP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 v26.7.1 </a:t>
            </a:r>
            <a:r>
              <a:rPr lang="ja-JP" altLang="en-US" sz="2400" dirty="0">
                <a:latin typeface="LINE Seed JP_TTF ExtraBold" panose="02020800000000000000" pitchFamily="18" charset="-128"/>
                <a:ea typeface="LINE Seed JP_TTF ExtraBold" panose="02020800000000000000" pitchFamily="18" charset="-128"/>
              </a:rPr>
              <a:t>自動記録されず困ったときは</a:t>
            </a:r>
            <a:endParaRPr kumimoji="1" lang="ja-JP" altLang="en-US" sz="2400" dirty="0">
              <a:latin typeface="LINE Seed JP_TTF ExtraBold" panose="02020800000000000000" pitchFamily="18" charset="-128"/>
              <a:ea typeface="LINE Seed JP_TTF ExtraBold" panose="020208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B6DFC0-F53F-73B3-3195-24D7041D67BB}"/>
              </a:ext>
            </a:extLst>
          </p:cNvPr>
          <p:cNvSpPr txBox="1"/>
          <p:nvPr/>
        </p:nvSpPr>
        <p:spPr>
          <a:xfrm>
            <a:off x="285306" y="1212112"/>
            <a:ext cx="79980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画面校正を行っているか確認する</a:t>
            </a:r>
            <a:b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</a:b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→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とくにパーティ選択画面は</a:t>
            </a:r>
            <a:r>
              <a:rPr kumimoji="1"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P1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～</a:t>
            </a:r>
            <a:r>
              <a:rPr kumimoji="1" lang="en-US" altLang="ja-JP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</a:t>
            </a:r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いずれかにフォーカスを当てて</a:t>
            </a:r>
            <a:endParaRPr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solidFill>
                  <a:srgbClr val="F09199"/>
                </a:solidFill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校正しているか確認してください。</a:t>
            </a:r>
            <a:endParaRPr kumimoji="1" lang="en-US" altLang="ja-JP" dirty="0">
              <a:solidFill>
                <a:srgbClr val="F09199"/>
              </a:solidFill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2.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スマホ解像度を確認する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→スマホによっては省エネモードとして低解像度設定できたり、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逆に高解像度に設定できたりしますが、本アプリは解像度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</a:t>
            </a:r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1080x2364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で開発しています。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お手数ですが上記解像度に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近い設定でお使いいただくと自動記録の精度があがります。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3. </a:t>
            </a:r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モンスター識別の解析モードを確認する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→昔のスマホをお使いの方で処理負荷が高いと感じた方は、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軽負荷モードをお試しください。通常モードでは全モンスターを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マッチング対象としていますが、軽負荷モードではマッチング対象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を絞ることで動作を軽くすることが可能です。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en-US" altLang="ja-JP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4. </a:t>
            </a:r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マッチングスコアログを確認する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→上記でも自動記録しない場合はお問い合わせください。</a:t>
            </a:r>
            <a:endParaRPr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  <a:p>
            <a:r>
              <a:rPr kumimoji="1" lang="ja-JP" altLang="en-US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　　その際、マッチングスコア詳細画面を共有いただけると助かります。</a:t>
            </a:r>
            <a:endParaRPr kumimoji="1" lang="en-US" altLang="ja-JP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803387B-6DED-DF96-F155-3DF30D6BB3C6}"/>
              </a:ext>
            </a:extLst>
          </p:cNvPr>
          <p:cNvSpPr txBox="1"/>
          <p:nvPr/>
        </p:nvSpPr>
        <p:spPr>
          <a:xfrm>
            <a:off x="10590956" y="1674119"/>
            <a:ext cx="131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4.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5EDEBDD-23E8-E455-62AA-7180C79D1D95}"/>
              </a:ext>
            </a:extLst>
          </p:cNvPr>
          <p:cNvSpPr txBox="1"/>
          <p:nvPr/>
        </p:nvSpPr>
        <p:spPr>
          <a:xfrm>
            <a:off x="7825850" y="1674119"/>
            <a:ext cx="2698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LINE Seed JP_TTF Bold" panose="02020700000000000000" pitchFamily="18" charset="-128"/>
                <a:ea typeface="LINE Seed JP_TTF Bold" panose="02020700000000000000" pitchFamily="18" charset="-128"/>
              </a:rPr>
              <a:t>3.</a:t>
            </a:r>
            <a:endParaRPr kumimoji="1" lang="ja-JP" altLang="en-US" sz="1600" dirty="0">
              <a:latin typeface="LINE Seed JP_TTF Bold" panose="02020700000000000000" pitchFamily="18" charset="-128"/>
              <a:ea typeface="LINE Seed JP_TTF Bold" panose="02020700000000000000" pitchFamily="18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9C56838-64D2-7EDB-65D0-74B7CD7C8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03" y="1989000"/>
            <a:ext cx="1315736" cy="2880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8BDC94B-01A0-3655-CE30-2B1065C61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850" y="1989000"/>
            <a:ext cx="1315736" cy="288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D1F39A3-42F3-85BE-BC3E-854DE1E9D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57" y="1989000"/>
            <a:ext cx="1315736" cy="2880000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AB65F48-C341-DBF7-A76F-CD3E62F4964E}"/>
              </a:ext>
            </a:extLst>
          </p:cNvPr>
          <p:cNvSpPr/>
          <p:nvPr/>
        </p:nvSpPr>
        <p:spPr>
          <a:xfrm>
            <a:off x="7928594" y="3693624"/>
            <a:ext cx="1080935" cy="3225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69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926</Words>
  <Application>Microsoft Office PowerPoint</Application>
  <PresentationFormat>ワイド画面</PresentationFormat>
  <Paragraphs>95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LINE Seed JP_TTF Bold</vt:lpstr>
      <vt:lpstr>LINE Seed JP_TTF ExtraBold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友樹 小林</dc:creator>
  <cp:lastModifiedBy>友樹 小林</cp:lastModifiedBy>
  <cp:revision>47</cp:revision>
  <dcterms:created xsi:type="dcterms:W3CDTF">2026-05-07T10:29:07Z</dcterms:created>
  <dcterms:modified xsi:type="dcterms:W3CDTF">2026-07-11T09:03:11Z</dcterms:modified>
</cp:coreProperties>
</file>