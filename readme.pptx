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</p:sldIdLst>
  <p:sldSz cx="12192000" cy="6858000"/>
  <p:notesSz cx="6858000" cy="9144000"/>
  <p:defaultTextStyle>
    <a:defPPr>
      <a:defRPr lang="ja-JP"/>
    </a:defPPr>
    <a:lvl1pPr marL="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09199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07" d="100"/>
          <a:sy n="107" d="100"/>
        </p:scale>
        <p:origin x="714" y="10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viewProps" Target="viewProps.xml"/><Relationship Id="rId5" Type="http://schemas.openxmlformats.org/officeDocument/2006/relationships/presProps" Target="presProps.xml"/><Relationship Id="rId4" Type="http://schemas.openxmlformats.org/officeDocument/2006/relationships/slide" Target="slides/slide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964AE526-3C2B-4711-997E-5283C280DCC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字幕 2">
            <a:extLst>
              <a:ext uri="{FF2B5EF4-FFF2-40B4-BE49-F238E27FC236}">
                <a16:creationId xmlns:a16="http://schemas.microsoft.com/office/drawing/2014/main" id="{3F3BB5D8-CAA5-F591-D9FC-D9611D61097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kumimoji="1" lang="ja-JP" altLang="en-US"/>
              <a:t>マスター サブタイトルの書式設定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05F2BEFC-A43C-9BBD-2D21-BD6A231E2FA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F8BBBF9-E3FC-4297-A089-C48CD2D42611}" type="datetimeFigureOut">
              <a:rPr kumimoji="1" lang="ja-JP" altLang="en-US" smtClean="0"/>
              <a:t>2026/5/9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FB667F1C-929B-8F7D-B217-7C5D959D85E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A27E8B8B-EE2D-10B5-83FC-B8AC2CEE726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340ED78-8061-48E0-93D5-0A7321A3459E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31626786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01464712-C276-3CE6-9C79-B53E77AC6C4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0C106007-10C1-8162-8632-9BE6F7535F1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E7F772B2-0894-9DFE-F61F-6BE005E3EC8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F8BBBF9-E3FC-4297-A089-C48CD2D42611}" type="datetimeFigureOut">
              <a:rPr kumimoji="1" lang="ja-JP" altLang="en-US" smtClean="0"/>
              <a:t>2026/5/9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889F26EC-75B3-1D2F-A17E-F7076548821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630BDE49-A34D-EBB7-B96C-D8D3A5D31C5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340ED78-8061-48E0-93D5-0A7321A3459E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67233011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セクション見出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C2618321-8585-515C-8CCD-4A1963BC7E5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B94A9E57-2898-8760-10FD-684035FC87A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B78A92B6-96A3-E100-28DA-82A44639C45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F8BBBF9-E3FC-4297-A089-C48CD2D42611}" type="datetimeFigureOut">
              <a:rPr kumimoji="1" lang="ja-JP" altLang="en-US" smtClean="0"/>
              <a:t>2026/5/9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94F85F1E-AC00-1B00-213F-D07091A86B0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D522C798-0D13-4769-6305-ED086B4063A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340ED78-8061-48E0-93D5-0A7321A3459E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76800298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つ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FD4819FA-0C9B-4546-983B-EED01B4BDDD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6CF99102-DBB8-E122-F2B4-60479D51F36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3D016904-E64B-7CA6-276A-A94CF72B214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613E0E54-AE61-4E91-2A68-57D52F30D55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F8BBBF9-E3FC-4297-A089-C48CD2D42611}" type="datetimeFigureOut">
              <a:rPr kumimoji="1" lang="ja-JP" altLang="en-US" smtClean="0"/>
              <a:t>2026/5/9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5C5456ED-BCEB-5039-DAC0-974BF62F3BD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88534130-9019-B66B-F9D2-E81BD117119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340ED78-8061-48E0-93D5-0A7321A3459E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50401212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FD2DA57F-62A2-CBD2-4AEC-596AB13C3BC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22C4CA68-AA70-39F7-EE13-34106D2D414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879BBAFB-8276-950D-8EA2-BF461967343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テキスト プレースホルダー 4">
            <a:extLst>
              <a:ext uri="{FF2B5EF4-FFF2-40B4-BE49-F238E27FC236}">
                <a16:creationId xmlns:a16="http://schemas.microsoft.com/office/drawing/2014/main" id="{87E5B5EA-E4C2-6211-9325-CD1A93DC2577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6" name="コンテンツ プレースホルダー 5">
            <a:extLst>
              <a:ext uri="{FF2B5EF4-FFF2-40B4-BE49-F238E27FC236}">
                <a16:creationId xmlns:a16="http://schemas.microsoft.com/office/drawing/2014/main" id="{4793CE6B-BC0B-6504-F027-5C592F78163A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7" name="日付プレースホルダー 6">
            <a:extLst>
              <a:ext uri="{FF2B5EF4-FFF2-40B4-BE49-F238E27FC236}">
                <a16:creationId xmlns:a16="http://schemas.microsoft.com/office/drawing/2014/main" id="{B132ACA6-74B6-E600-8070-54E574D0121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F8BBBF9-E3FC-4297-A089-C48CD2D42611}" type="datetimeFigureOut">
              <a:rPr kumimoji="1" lang="ja-JP" altLang="en-US" smtClean="0"/>
              <a:t>2026/5/9</a:t>
            </a:fld>
            <a:endParaRPr kumimoji="1" lang="ja-JP" altLang="en-US"/>
          </a:p>
        </p:txBody>
      </p:sp>
      <p:sp>
        <p:nvSpPr>
          <p:cNvPr id="8" name="フッター プレースホルダー 7">
            <a:extLst>
              <a:ext uri="{FF2B5EF4-FFF2-40B4-BE49-F238E27FC236}">
                <a16:creationId xmlns:a16="http://schemas.microsoft.com/office/drawing/2014/main" id="{6A3F6A89-D2F8-F800-5153-3DC84A500AA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9" name="スライド番号プレースホルダー 8">
            <a:extLst>
              <a:ext uri="{FF2B5EF4-FFF2-40B4-BE49-F238E27FC236}">
                <a16:creationId xmlns:a16="http://schemas.microsoft.com/office/drawing/2014/main" id="{C6997414-2AAD-7C41-EB38-F05542CCCEF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340ED78-8061-48E0-93D5-0A7321A3459E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05194458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タイトルのみ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FE8D5F7D-6ECC-202D-6E68-8E1C3FB7B7B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日付プレースホルダー 2">
            <a:extLst>
              <a:ext uri="{FF2B5EF4-FFF2-40B4-BE49-F238E27FC236}">
                <a16:creationId xmlns:a16="http://schemas.microsoft.com/office/drawing/2014/main" id="{792811AA-1120-1C2E-20EF-091D265D03A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F8BBBF9-E3FC-4297-A089-C48CD2D42611}" type="datetimeFigureOut">
              <a:rPr kumimoji="1" lang="ja-JP" altLang="en-US" smtClean="0"/>
              <a:t>2026/5/9</a:t>
            </a:fld>
            <a:endParaRPr kumimoji="1" lang="ja-JP" altLang="en-US"/>
          </a:p>
        </p:txBody>
      </p:sp>
      <p:sp>
        <p:nvSpPr>
          <p:cNvPr id="4" name="フッター プレースホルダー 3">
            <a:extLst>
              <a:ext uri="{FF2B5EF4-FFF2-40B4-BE49-F238E27FC236}">
                <a16:creationId xmlns:a16="http://schemas.microsoft.com/office/drawing/2014/main" id="{C58AAC0F-7361-BCB3-E120-3C7ADCF83F8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5" name="スライド番号プレースホルダー 4">
            <a:extLst>
              <a:ext uri="{FF2B5EF4-FFF2-40B4-BE49-F238E27FC236}">
                <a16:creationId xmlns:a16="http://schemas.microsoft.com/office/drawing/2014/main" id="{47FED693-5E6A-8941-BA18-F11977E11EA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340ED78-8061-48E0-93D5-0A7321A3459E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45268056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白紙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付プレースホルダー 1">
            <a:extLst>
              <a:ext uri="{FF2B5EF4-FFF2-40B4-BE49-F238E27FC236}">
                <a16:creationId xmlns:a16="http://schemas.microsoft.com/office/drawing/2014/main" id="{0EDAF47C-4055-6A67-642F-74B6423C0F3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F8BBBF9-E3FC-4297-A089-C48CD2D42611}" type="datetimeFigureOut">
              <a:rPr kumimoji="1" lang="ja-JP" altLang="en-US" smtClean="0"/>
              <a:t>2026/5/9</a:t>
            </a:fld>
            <a:endParaRPr kumimoji="1" lang="ja-JP" altLang="en-US"/>
          </a:p>
        </p:txBody>
      </p:sp>
      <p:sp>
        <p:nvSpPr>
          <p:cNvPr id="3" name="フッター プレースホルダー 2">
            <a:extLst>
              <a:ext uri="{FF2B5EF4-FFF2-40B4-BE49-F238E27FC236}">
                <a16:creationId xmlns:a16="http://schemas.microsoft.com/office/drawing/2014/main" id="{5272375E-4CA8-0B5D-C109-8555D61C1EB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D73B86DD-2C8F-D8F6-E70F-3C5CBFBB421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340ED78-8061-48E0-93D5-0A7321A3459E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59378720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タイトル付き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62410B43-6DE1-5EA9-81AF-F7A4617CADB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0AB8BB13-C27B-E084-7B44-DE9CCD4B755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33719732-6036-B340-318D-B91CC53A04E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204C04B4-C9D8-1C6D-38DE-671693CC64B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F8BBBF9-E3FC-4297-A089-C48CD2D42611}" type="datetimeFigureOut">
              <a:rPr kumimoji="1" lang="ja-JP" altLang="en-US" smtClean="0"/>
              <a:t>2026/5/9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0104C556-0D08-5FF6-3A78-EB7F8FB514A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E417EDCA-697A-ACFC-CC37-CA2D458B59A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340ED78-8061-48E0-93D5-0A7321A3459E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89486765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タイトル付きの図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3D778EA7-2825-9A3F-3901-F37EA98997D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図プレースホルダー 2">
            <a:extLst>
              <a:ext uri="{FF2B5EF4-FFF2-40B4-BE49-F238E27FC236}">
                <a16:creationId xmlns:a16="http://schemas.microsoft.com/office/drawing/2014/main" id="{4AFD6435-5BC1-54FF-D12A-05BF0771A230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kumimoji="1" lang="ja-JP" altLang="en-US"/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DE6BC6DC-5B38-27B6-EAAF-9449E5DB585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3C8EDC0B-CB69-7CF8-E3F8-8E7A3D28BF3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F8BBBF9-E3FC-4297-A089-C48CD2D42611}" type="datetimeFigureOut">
              <a:rPr kumimoji="1" lang="ja-JP" altLang="en-US" smtClean="0"/>
              <a:t>2026/5/9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36D91EA6-DFFE-A23C-03F9-19F5D5879E4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386F1D55-DD2A-7E72-1255-18D54333306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340ED78-8061-48E0-93D5-0A7321A3459E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59090526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タイトルと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611B1667-E32A-3849-2DDE-5246D973E49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A4FD4B8F-EFFA-0F35-A217-561FC895797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949233BA-8767-D752-E469-F166E851837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F8BBBF9-E3FC-4297-A089-C48CD2D42611}" type="datetimeFigureOut">
              <a:rPr kumimoji="1" lang="ja-JP" altLang="en-US" smtClean="0"/>
              <a:t>2026/5/9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7640B16D-3342-22E5-0617-38D20CF4C77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80800A60-04B6-B46F-BC70-B2739AE1A5E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340ED78-8061-48E0-93D5-0A7321A3459E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43390757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縦書きタイトルと&#10;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縦書きタイトル 1">
            <a:extLst>
              <a:ext uri="{FF2B5EF4-FFF2-40B4-BE49-F238E27FC236}">
                <a16:creationId xmlns:a16="http://schemas.microsoft.com/office/drawing/2014/main" id="{3B246F68-64B6-1068-ACF6-6F361759A012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D0482CCE-D751-C1FF-E946-292B1CB2800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BA39E63A-B793-FB2D-A560-E9D1A2E8E8F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F8BBBF9-E3FC-4297-A089-C48CD2D42611}" type="datetimeFigureOut">
              <a:rPr kumimoji="1" lang="ja-JP" altLang="en-US" smtClean="0"/>
              <a:t>2026/5/9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CF0A0909-D821-0337-3611-5A2B511DF36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5B2E8857-19A5-BC69-6CDA-54DF7F42101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340ED78-8061-48E0-93D5-0A7321A3459E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80215094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プレースホルダー 1">
            <a:extLst>
              <a:ext uri="{FF2B5EF4-FFF2-40B4-BE49-F238E27FC236}">
                <a16:creationId xmlns:a16="http://schemas.microsoft.com/office/drawing/2014/main" id="{B0A2547D-9DA7-4F93-E457-95285ADEB6B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3854AB1F-C082-45BD-D77C-86B5E316B64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6DE9C7B4-5795-8FBA-C86D-93F1E3B29D79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F8BBBF9-E3FC-4297-A089-C48CD2D42611}" type="datetimeFigureOut">
              <a:rPr kumimoji="1" lang="ja-JP" altLang="en-US" smtClean="0"/>
              <a:t>2026/5/9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3E60A21D-05EA-D060-06E1-8A5421A8AF25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326F049D-5960-DEDF-DB38-0F7386CDFCF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340ED78-8061-48E0-93D5-0A7321A3459E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71483478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kumimoji="1"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kumimoji="1"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ja-JP"/>
      </a:defPPr>
      <a:lvl1pPr marL="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3" Type="http://schemas.openxmlformats.org/officeDocument/2006/relationships/image" Target="../media/image2.png"/><Relationship Id="rId7" Type="http://schemas.openxmlformats.org/officeDocument/2006/relationships/image" Target="../media/image6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Relationship Id="rId9" Type="http://schemas.openxmlformats.org/officeDocument/2006/relationships/image" Target="../media/image8.png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15.png"/><Relationship Id="rId3" Type="http://schemas.openxmlformats.org/officeDocument/2006/relationships/image" Target="../media/image10.png"/><Relationship Id="rId7" Type="http://schemas.openxmlformats.org/officeDocument/2006/relationships/image" Target="../media/image14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3.png"/><Relationship Id="rId5" Type="http://schemas.openxmlformats.org/officeDocument/2006/relationships/image" Target="../media/image12.png"/><Relationship Id="rId4" Type="http://schemas.openxmlformats.org/officeDocument/2006/relationships/image" Target="../media/image11.png"/><Relationship Id="rId9" Type="http://schemas.openxmlformats.org/officeDocument/2006/relationships/image" Target="../media/image16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8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図 6">
            <a:extLst>
              <a:ext uri="{FF2B5EF4-FFF2-40B4-BE49-F238E27FC236}">
                <a16:creationId xmlns:a16="http://schemas.microsoft.com/office/drawing/2014/main" id="{14E68D09-2817-EC6C-8657-28AD1D95CEE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833082" y="4288693"/>
            <a:ext cx="986802" cy="2160000"/>
          </a:xfrm>
          <a:prstGeom prst="rect">
            <a:avLst/>
          </a:prstGeom>
        </p:spPr>
      </p:pic>
      <p:sp>
        <p:nvSpPr>
          <p:cNvPr id="2" name="テキスト ボックス 1">
            <a:extLst>
              <a:ext uri="{FF2B5EF4-FFF2-40B4-BE49-F238E27FC236}">
                <a16:creationId xmlns:a16="http://schemas.microsoft.com/office/drawing/2014/main" id="{F0151B35-5F3C-DC7F-8ABC-0A0A87058B76}"/>
              </a:ext>
            </a:extLst>
          </p:cNvPr>
          <p:cNvSpPr txBox="1"/>
          <p:nvPr/>
        </p:nvSpPr>
        <p:spPr>
          <a:xfrm>
            <a:off x="285306" y="435566"/>
            <a:ext cx="11621387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ja-JP" sz="2400" dirty="0">
                <a:latin typeface="LINE Seed JP_TTF ExtraBold" panose="02020800000000000000" pitchFamily="18" charset="-128"/>
                <a:ea typeface="LINE Seed JP_TTF ExtraBold" panose="02020800000000000000" pitchFamily="18" charset="-128"/>
              </a:rPr>
              <a:t>NakamonREC v1.5.0 </a:t>
            </a:r>
            <a:r>
              <a:rPr kumimoji="1" lang="ja-JP" altLang="en-US" sz="2400" dirty="0">
                <a:latin typeface="LINE Seed JP_TTF ExtraBold" panose="02020800000000000000" pitchFamily="18" charset="-128"/>
                <a:ea typeface="LINE Seed JP_TTF ExtraBold" panose="02020800000000000000" pitchFamily="18" charset="-128"/>
              </a:rPr>
              <a:t>クイック</a:t>
            </a:r>
            <a:r>
              <a:rPr lang="ja-JP" altLang="en-US" sz="2400" dirty="0">
                <a:latin typeface="LINE Seed JP_TTF ExtraBold" panose="02020800000000000000" pitchFamily="18" charset="-128"/>
                <a:ea typeface="LINE Seed JP_TTF ExtraBold" panose="02020800000000000000" pitchFamily="18" charset="-128"/>
              </a:rPr>
              <a:t>スタート</a:t>
            </a:r>
            <a:r>
              <a:rPr kumimoji="1" lang="ja-JP" altLang="en-US" sz="2400" dirty="0">
                <a:latin typeface="LINE Seed JP_TTF ExtraBold" panose="02020800000000000000" pitchFamily="18" charset="-128"/>
                <a:ea typeface="LINE Seed JP_TTF ExtraBold" panose="02020800000000000000" pitchFamily="18" charset="-128"/>
              </a:rPr>
              <a:t>ガイド</a:t>
            </a:r>
          </a:p>
        </p:txBody>
      </p:sp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785F7AF1-99E0-0F27-6110-967E8FC6F391}"/>
              </a:ext>
            </a:extLst>
          </p:cNvPr>
          <p:cNvSpPr txBox="1"/>
          <p:nvPr/>
        </p:nvSpPr>
        <p:spPr>
          <a:xfrm>
            <a:off x="285306" y="1212112"/>
            <a:ext cx="7998082" cy="535531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ja-JP" dirty="0">
                <a:latin typeface="LINE Seed JP_TTF Bold" panose="02020700000000000000" pitchFamily="18" charset="-128"/>
                <a:ea typeface="LINE Seed JP_TTF Bold" panose="02020700000000000000" pitchFamily="18" charset="-128"/>
              </a:rPr>
              <a:t>1. </a:t>
            </a:r>
            <a:r>
              <a:rPr kumimoji="1" lang="ja-JP" altLang="en-US" dirty="0">
                <a:latin typeface="LINE Seed JP_TTF Bold" panose="02020700000000000000" pitchFamily="18" charset="-128"/>
                <a:ea typeface="LINE Seed JP_TTF Bold" panose="02020700000000000000" pitchFamily="18" charset="-128"/>
              </a:rPr>
              <a:t>キャプチャー画面の校正</a:t>
            </a:r>
            <a:br>
              <a:rPr kumimoji="1" lang="en-US" altLang="ja-JP" dirty="0">
                <a:latin typeface="LINE Seed JP_TTF Bold" panose="02020700000000000000" pitchFamily="18" charset="-128"/>
                <a:ea typeface="LINE Seed JP_TTF Bold" panose="02020700000000000000" pitchFamily="18" charset="-128"/>
              </a:rPr>
            </a:br>
            <a:r>
              <a:rPr kumimoji="1" lang="ja-JP" altLang="en-US" dirty="0">
                <a:latin typeface="LINE Seed JP_TTF Bold" panose="02020700000000000000" pitchFamily="18" charset="-128"/>
                <a:ea typeface="LINE Seed JP_TTF Bold" panose="02020700000000000000" pitchFamily="18" charset="-128"/>
              </a:rPr>
              <a:t>　</a:t>
            </a:r>
            <a:r>
              <a:rPr kumimoji="1" lang="en-US" altLang="ja-JP" dirty="0">
                <a:latin typeface="LINE Seed JP_TTF Bold" panose="02020700000000000000" pitchFamily="18" charset="-128"/>
                <a:ea typeface="LINE Seed JP_TTF Bold" panose="02020700000000000000" pitchFamily="18" charset="-128"/>
              </a:rPr>
              <a:t>1-1. </a:t>
            </a:r>
            <a:r>
              <a:rPr kumimoji="1" lang="ja-JP" altLang="en-US" dirty="0">
                <a:latin typeface="LINE Seed JP_TTF Bold" panose="02020700000000000000" pitchFamily="18" charset="-128"/>
                <a:ea typeface="LINE Seed JP_TTF Bold" panose="02020700000000000000" pitchFamily="18" charset="-128"/>
              </a:rPr>
              <a:t>アプリ使用前に戦闘を行い、以下</a:t>
            </a:r>
            <a:r>
              <a:rPr kumimoji="1" lang="en-US" altLang="ja-JP" dirty="0">
                <a:latin typeface="LINE Seed JP_TTF Bold" panose="02020700000000000000" pitchFamily="18" charset="-128"/>
                <a:ea typeface="LINE Seed JP_TTF Bold" panose="02020700000000000000" pitchFamily="18" charset="-128"/>
              </a:rPr>
              <a:t>4</a:t>
            </a:r>
            <a:r>
              <a:rPr kumimoji="1" lang="ja-JP" altLang="en-US" dirty="0">
                <a:latin typeface="LINE Seed JP_TTF Bold" panose="02020700000000000000" pitchFamily="18" charset="-128"/>
                <a:ea typeface="LINE Seed JP_TTF Bold" panose="02020700000000000000" pitchFamily="18" charset="-128"/>
              </a:rPr>
              <a:t>枚の画像を準備する</a:t>
            </a:r>
            <a:endParaRPr kumimoji="1" lang="en-US" altLang="ja-JP" dirty="0">
              <a:latin typeface="LINE Seed JP_TTF Bold" panose="02020700000000000000" pitchFamily="18" charset="-128"/>
              <a:ea typeface="LINE Seed JP_TTF Bold" panose="02020700000000000000" pitchFamily="18" charset="-128"/>
            </a:endParaRPr>
          </a:p>
          <a:p>
            <a:r>
              <a:rPr lang="ja-JP" altLang="en-US" dirty="0">
                <a:latin typeface="LINE Seed JP_TTF Bold" panose="02020700000000000000" pitchFamily="18" charset="-128"/>
                <a:ea typeface="LINE Seed JP_TTF Bold" panose="02020700000000000000" pitchFamily="18" charset="-128"/>
              </a:rPr>
              <a:t>　　①パーティ選択画面</a:t>
            </a:r>
            <a:r>
              <a:rPr lang="en-US" altLang="ja-JP" dirty="0">
                <a:solidFill>
                  <a:srgbClr val="F09199"/>
                </a:solidFill>
                <a:latin typeface="LINE Seed JP_TTF Bold" panose="02020700000000000000" pitchFamily="18" charset="-128"/>
                <a:ea typeface="LINE Seed JP_TTF Bold" panose="02020700000000000000" pitchFamily="18" charset="-128"/>
              </a:rPr>
              <a:t>※P1</a:t>
            </a:r>
            <a:r>
              <a:rPr lang="ja-JP" altLang="en-US" dirty="0">
                <a:solidFill>
                  <a:srgbClr val="F09199"/>
                </a:solidFill>
                <a:latin typeface="LINE Seed JP_TTF Bold" panose="02020700000000000000" pitchFamily="18" charset="-128"/>
                <a:ea typeface="LINE Seed JP_TTF Bold" panose="02020700000000000000" pitchFamily="18" charset="-128"/>
              </a:rPr>
              <a:t>～</a:t>
            </a:r>
            <a:r>
              <a:rPr lang="en-US" altLang="ja-JP" dirty="0">
                <a:solidFill>
                  <a:srgbClr val="F09199"/>
                </a:solidFill>
                <a:latin typeface="LINE Seed JP_TTF Bold" panose="02020700000000000000" pitchFamily="18" charset="-128"/>
                <a:ea typeface="LINE Seed JP_TTF Bold" panose="02020700000000000000" pitchFamily="18" charset="-128"/>
              </a:rPr>
              <a:t>3</a:t>
            </a:r>
            <a:r>
              <a:rPr lang="ja-JP" altLang="en-US" dirty="0">
                <a:solidFill>
                  <a:srgbClr val="F09199"/>
                </a:solidFill>
                <a:latin typeface="LINE Seed JP_TTF Bold" panose="02020700000000000000" pitchFamily="18" charset="-128"/>
                <a:ea typeface="LINE Seed JP_TTF Bold" panose="02020700000000000000" pitchFamily="18" charset="-128"/>
              </a:rPr>
              <a:t>いずれかにフォーカスを当てること</a:t>
            </a:r>
            <a:endParaRPr lang="en-US" altLang="ja-JP" dirty="0">
              <a:solidFill>
                <a:srgbClr val="F09199"/>
              </a:solidFill>
              <a:latin typeface="LINE Seed JP_TTF Bold" panose="02020700000000000000" pitchFamily="18" charset="-128"/>
              <a:ea typeface="LINE Seed JP_TTF Bold" panose="02020700000000000000" pitchFamily="18" charset="-128"/>
            </a:endParaRPr>
          </a:p>
          <a:p>
            <a:r>
              <a:rPr kumimoji="1" lang="ja-JP" altLang="en-US" dirty="0">
                <a:latin typeface="LINE Seed JP_TTF Bold" panose="02020700000000000000" pitchFamily="18" charset="-128"/>
                <a:ea typeface="LINE Seed JP_TTF Bold" panose="02020700000000000000" pitchFamily="18" charset="-128"/>
              </a:rPr>
              <a:t>　　②</a:t>
            </a:r>
            <a:r>
              <a:rPr kumimoji="1" lang="en-US" altLang="ja-JP" dirty="0">
                <a:latin typeface="LINE Seed JP_TTF Bold" panose="02020700000000000000" pitchFamily="18" charset="-128"/>
                <a:ea typeface="LINE Seed JP_TTF Bold" panose="02020700000000000000" pitchFamily="18" charset="-128"/>
              </a:rPr>
              <a:t>VS</a:t>
            </a:r>
            <a:r>
              <a:rPr kumimoji="1" lang="ja-JP" altLang="en-US" dirty="0">
                <a:latin typeface="LINE Seed JP_TTF Bold" panose="02020700000000000000" pitchFamily="18" charset="-128"/>
                <a:ea typeface="LINE Seed JP_TTF Bold" panose="02020700000000000000" pitchFamily="18" charset="-128"/>
              </a:rPr>
              <a:t>画面</a:t>
            </a:r>
            <a:endParaRPr kumimoji="1" lang="en-US" altLang="ja-JP" dirty="0">
              <a:latin typeface="LINE Seed JP_TTF Bold" panose="02020700000000000000" pitchFamily="18" charset="-128"/>
              <a:ea typeface="LINE Seed JP_TTF Bold" panose="02020700000000000000" pitchFamily="18" charset="-128"/>
            </a:endParaRPr>
          </a:p>
          <a:p>
            <a:r>
              <a:rPr lang="ja-JP" altLang="en-US" dirty="0">
                <a:latin typeface="LINE Seed JP_TTF Bold" panose="02020700000000000000" pitchFamily="18" charset="-128"/>
                <a:ea typeface="LINE Seed JP_TTF Bold" panose="02020700000000000000" pitchFamily="18" charset="-128"/>
              </a:rPr>
              <a:t>　　③勝利画面</a:t>
            </a:r>
            <a:endParaRPr lang="en-US" altLang="ja-JP" dirty="0">
              <a:latin typeface="LINE Seed JP_TTF Bold" panose="02020700000000000000" pitchFamily="18" charset="-128"/>
              <a:ea typeface="LINE Seed JP_TTF Bold" panose="02020700000000000000" pitchFamily="18" charset="-128"/>
            </a:endParaRPr>
          </a:p>
          <a:p>
            <a:r>
              <a:rPr kumimoji="1" lang="ja-JP" altLang="en-US" dirty="0">
                <a:latin typeface="LINE Seed JP_TTF Bold" panose="02020700000000000000" pitchFamily="18" charset="-128"/>
                <a:ea typeface="LINE Seed JP_TTF Bold" panose="02020700000000000000" pitchFamily="18" charset="-128"/>
              </a:rPr>
              <a:t>　　④敗北画面</a:t>
            </a:r>
            <a:endParaRPr kumimoji="1" lang="en-US" altLang="ja-JP" dirty="0">
              <a:latin typeface="LINE Seed JP_TTF Bold" panose="02020700000000000000" pitchFamily="18" charset="-128"/>
              <a:ea typeface="LINE Seed JP_TTF Bold" panose="02020700000000000000" pitchFamily="18" charset="-128"/>
            </a:endParaRPr>
          </a:p>
          <a:p>
            <a:r>
              <a:rPr lang="ja-JP" altLang="en-US" dirty="0">
                <a:latin typeface="LINE Seed JP_TTF Bold" panose="02020700000000000000" pitchFamily="18" charset="-128"/>
                <a:ea typeface="LINE Seed JP_TTF Bold" panose="02020700000000000000" pitchFamily="18" charset="-128"/>
              </a:rPr>
              <a:t>　</a:t>
            </a:r>
            <a:r>
              <a:rPr lang="en-US" altLang="ja-JP" dirty="0">
                <a:latin typeface="LINE Seed JP_TTF Bold" panose="02020700000000000000" pitchFamily="18" charset="-128"/>
                <a:ea typeface="LINE Seed JP_TTF Bold" panose="02020700000000000000" pitchFamily="18" charset="-128"/>
              </a:rPr>
              <a:t>1-2. </a:t>
            </a:r>
            <a:r>
              <a:rPr lang="ja-JP" altLang="en-US" dirty="0">
                <a:latin typeface="LINE Seed JP_TTF Bold" panose="02020700000000000000" pitchFamily="18" charset="-128"/>
                <a:ea typeface="LINE Seed JP_TTF Bold" panose="02020700000000000000" pitchFamily="18" charset="-128"/>
              </a:rPr>
              <a:t>メイン画面から校正機能</a:t>
            </a:r>
            <a:r>
              <a:rPr lang="en-US" altLang="ja-JP" dirty="0">
                <a:latin typeface="LINE Seed JP_TTF Bold" panose="02020700000000000000" pitchFamily="18" charset="-128"/>
                <a:ea typeface="LINE Seed JP_TTF Bold" panose="02020700000000000000" pitchFamily="18" charset="-128"/>
              </a:rPr>
              <a:t>(</a:t>
            </a:r>
            <a:r>
              <a:rPr lang="ja-JP" altLang="en-US" dirty="0">
                <a:latin typeface="LINE Seed JP_TTF Bold" panose="02020700000000000000" pitchFamily="18" charset="-128"/>
                <a:ea typeface="LINE Seed JP_TTF Bold" panose="02020700000000000000" pitchFamily="18" charset="-128"/>
              </a:rPr>
              <a:t>カメラアイコン</a:t>
            </a:r>
            <a:r>
              <a:rPr lang="en-US" altLang="ja-JP" dirty="0">
                <a:latin typeface="LINE Seed JP_TTF Bold" panose="02020700000000000000" pitchFamily="18" charset="-128"/>
                <a:ea typeface="LINE Seed JP_TTF Bold" panose="02020700000000000000" pitchFamily="18" charset="-128"/>
              </a:rPr>
              <a:t>)</a:t>
            </a:r>
            <a:r>
              <a:rPr lang="ja-JP" altLang="en-US" dirty="0">
                <a:latin typeface="LINE Seed JP_TTF Bold" panose="02020700000000000000" pitchFamily="18" charset="-128"/>
                <a:ea typeface="LINE Seed JP_TTF Bold" panose="02020700000000000000" pitchFamily="18" charset="-128"/>
              </a:rPr>
              <a:t>を選択する</a:t>
            </a:r>
            <a:endParaRPr lang="en-US" altLang="ja-JP" dirty="0">
              <a:latin typeface="LINE Seed JP_TTF Bold" panose="02020700000000000000" pitchFamily="18" charset="-128"/>
              <a:ea typeface="LINE Seed JP_TTF Bold" panose="02020700000000000000" pitchFamily="18" charset="-128"/>
            </a:endParaRPr>
          </a:p>
          <a:p>
            <a:r>
              <a:rPr kumimoji="1" lang="ja-JP" altLang="en-US" dirty="0">
                <a:latin typeface="LINE Seed JP_TTF Bold" panose="02020700000000000000" pitchFamily="18" charset="-128"/>
                <a:ea typeface="LINE Seed JP_TTF Bold" panose="02020700000000000000" pitchFamily="18" charset="-128"/>
              </a:rPr>
              <a:t>　</a:t>
            </a:r>
            <a:r>
              <a:rPr kumimoji="1" lang="en-US" altLang="ja-JP" dirty="0">
                <a:latin typeface="LINE Seed JP_TTF Bold" panose="02020700000000000000" pitchFamily="18" charset="-128"/>
                <a:ea typeface="LINE Seed JP_TTF Bold" panose="02020700000000000000" pitchFamily="18" charset="-128"/>
              </a:rPr>
              <a:t>1-3.</a:t>
            </a:r>
            <a:r>
              <a:rPr kumimoji="1" lang="ja-JP" altLang="en-US" dirty="0">
                <a:latin typeface="LINE Seed JP_TTF Bold" panose="02020700000000000000" pitchFamily="18" charset="-128"/>
                <a:ea typeface="LINE Seed JP_TTF Bold" panose="02020700000000000000" pitchFamily="18" charset="-128"/>
              </a:rPr>
              <a:t>「パーティ選択画面」を選択する</a:t>
            </a:r>
            <a:endParaRPr kumimoji="1" lang="en-US" altLang="ja-JP" dirty="0">
              <a:latin typeface="LINE Seed JP_TTF Bold" panose="02020700000000000000" pitchFamily="18" charset="-128"/>
              <a:ea typeface="LINE Seed JP_TTF Bold" panose="02020700000000000000" pitchFamily="18" charset="-128"/>
            </a:endParaRPr>
          </a:p>
          <a:p>
            <a:r>
              <a:rPr lang="ja-JP" altLang="en-US" dirty="0">
                <a:latin typeface="LINE Seed JP_TTF Bold" panose="02020700000000000000" pitchFamily="18" charset="-128"/>
                <a:ea typeface="LINE Seed JP_TTF Bold" panose="02020700000000000000" pitchFamily="18" charset="-128"/>
              </a:rPr>
              <a:t>　</a:t>
            </a:r>
            <a:r>
              <a:rPr lang="en-US" altLang="ja-JP" dirty="0">
                <a:latin typeface="LINE Seed JP_TTF Bold" panose="02020700000000000000" pitchFamily="18" charset="-128"/>
                <a:ea typeface="LINE Seed JP_TTF Bold" panose="02020700000000000000" pitchFamily="18" charset="-128"/>
              </a:rPr>
              <a:t>1-4.</a:t>
            </a:r>
            <a:r>
              <a:rPr lang="ja-JP" altLang="en-US" dirty="0">
                <a:latin typeface="LINE Seed JP_TTF Bold" panose="02020700000000000000" pitchFamily="18" charset="-128"/>
                <a:ea typeface="LINE Seed JP_TTF Bold" panose="02020700000000000000" pitchFamily="18" charset="-128"/>
              </a:rPr>
              <a:t>「画像をインポート」を選択し、</a:t>
            </a:r>
            <a:r>
              <a:rPr lang="en-US" altLang="ja-JP" dirty="0">
                <a:latin typeface="LINE Seed JP_TTF Bold" panose="02020700000000000000" pitchFamily="18" charset="-128"/>
                <a:ea typeface="LINE Seed JP_TTF Bold" panose="02020700000000000000" pitchFamily="18" charset="-128"/>
              </a:rPr>
              <a:t>1-1.</a:t>
            </a:r>
            <a:r>
              <a:rPr lang="ja-JP" altLang="en-US" dirty="0">
                <a:latin typeface="LINE Seed JP_TTF Bold" panose="02020700000000000000" pitchFamily="18" charset="-128"/>
                <a:ea typeface="LINE Seed JP_TTF Bold" panose="02020700000000000000" pitchFamily="18" charset="-128"/>
              </a:rPr>
              <a:t>で保存した画像を設定する</a:t>
            </a:r>
            <a:endParaRPr lang="en-US" altLang="ja-JP" dirty="0">
              <a:latin typeface="LINE Seed JP_TTF Bold" panose="02020700000000000000" pitchFamily="18" charset="-128"/>
              <a:ea typeface="LINE Seed JP_TTF Bold" panose="02020700000000000000" pitchFamily="18" charset="-128"/>
            </a:endParaRPr>
          </a:p>
          <a:p>
            <a:r>
              <a:rPr lang="ja-JP" altLang="en-US" dirty="0">
                <a:latin typeface="LINE Seed JP_TTF Bold" panose="02020700000000000000" pitchFamily="18" charset="-128"/>
                <a:ea typeface="LINE Seed JP_TTF Bold" panose="02020700000000000000" pitchFamily="18" charset="-128"/>
              </a:rPr>
              <a:t>　</a:t>
            </a:r>
            <a:r>
              <a:rPr lang="en-US" altLang="ja-JP" dirty="0">
                <a:latin typeface="LINE Seed JP_TTF Bold" panose="02020700000000000000" pitchFamily="18" charset="-128"/>
                <a:ea typeface="LINE Seed JP_TTF Bold" panose="02020700000000000000" pitchFamily="18" charset="-128"/>
              </a:rPr>
              <a:t>1-5.</a:t>
            </a:r>
            <a:r>
              <a:rPr lang="ja-JP" altLang="en-US" dirty="0">
                <a:latin typeface="LINE Seed JP_TTF Bold" panose="02020700000000000000" pitchFamily="18" charset="-128"/>
                <a:ea typeface="LINE Seed JP_TTF Bold" panose="02020700000000000000" pitchFamily="18" charset="-128"/>
              </a:rPr>
              <a:t>「校正を開始」→「自動校正」→「この位置で決定」を選択する</a:t>
            </a:r>
            <a:endParaRPr lang="en-US" altLang="ja-JP" dirty="0">
              <a:latin typeface="LINE Seed JP_TTF Bold" panose="02020700000000000000" pitchFamily="18" charset="-128"/>
              <a:ea typeface="LINE Seed JP_TTF Bold" panose="02020700000000000000" pitchFamily="18" charset="-128"/>
            </a:endParaRPr>
          </a:p>
          <a:p>
            <a:r>
              <a:rPr kumimoji="1" lang="ja-JP" altLang="en-US" dirty="0">
                <a:latin typeface="LINE Seed JP_TTF Bold" panose="02020700000000000000" pitchFamily="18" charset="-128"/>
                <a:ea typeface="LINE Seed JP_TTF Bold" panose="02020700000000000000" pitchFamily="18" charset="-128"/>
              </a:rPr>
              <a:t>　　　→残りの②～④に対して</a:t>
            </a:r>
            <a:r>
              <a:rPr kumimoji="1" lang="en-US" altLang="ja-JP" dirty="0">
                <a:latin typeface="LINE Seed JP_TTF Bold" panose="02020700000000000000" pitchFamily="18" charset="-128"/>
                <a:ea typeface="LINE Seed JP_TTF Bold" panose="02020700000000000000" pitchFamily="18" charset="-128"/>
              </a:rPr>
              <a:t>1-3.</a:t>
            </a:r>
            <a:r>
              <a:rPr kumimoji="1" lang="ja-JP" altLang="en-US" dirty="0">
                <a:latin typeface="LINE Seed JP_TTF Bold" panose="02020700000000000000" pitchFamily="18" charset="-128"/>
                <a:ea typeface="LINE Seed JP_TTF Bold" panose="02020700000000000000" pitchFamily="18" charset="-128"/>
              </a:rPr>
              <a:t>～</a:t>
            </a:r>
            <a:r>
              <a:rPr kumimoji="1" lang="en-US" altLang="ja-JP" dirty="0">
                <a:latin typeface="LINE Seed JP_TTF Bold" panose="02020700000000000000" pitchFamily="18" charset="-128"/>
                <a:ea typeface="LINE Seed JP_TTF Bold" panose="02020700000000000000" pitchFamily="18" charset="-128"/>
              </a:rPr>
              <a:t>1-5.</a:t>
            </a:r>
            <a:r>
              <a:rPr kumimoji="1" lang="ja-JP" altLang="en-US" dirty="0">
                <a:latin typeface="LINE Seed JP_TTF Bold" panose="02020700000000000000" pitchFamily="18" charset="-128"/>
                <a:ea typeface="LINE Seed JP_TTF Bold" panose="02020700000000000000" pitchFamily="18" charset="-128"/>
              </a:rPr>
              <a:t>を繰り返す</a:t>
            </a:r>
            <a:endParaRPr kumimoji="1" lang="en-US" altLang="ja-JP" dirty="0">
              <a:latin typeface="LINE Seed JP_TTF Bold" panose="02020700000000000000" pitchFamily="18" charset="-128"/>
              <a:ea typeface="LINE Seed JP_TTF Bold" panose="02020700000000000000" pitchFamily="18" charset="-128"/>
            </a:endParaRPr>
          </a:p>
          <a:p>
            <a:endParaRPr lang="en-US" altLang="ja-JP" dirty="0">
              <a:latin typeface="LINE Seed JP_TTF Bold" panose="02020700000000000000" pitchFamily="18" charset="-128"/>
              <a:ea typeface="LINE Seed JP_TTF Bold" panose="02020700000000000000" pitchFamily="18" charset="-128"/>
            </a:endParaRPr>
          </a:p>
          <a:p>
            <a:r>
              <a:rPr kumimoji="1" lang="ja-JP" altLang="en-US" dirty="0">
                <a:latin typeface="LINE Seed JP_TTF Bold" panose="02020700000000000000" pitchFamily="18" charset="-128"/>
                <a:ea typeface="LINE Seed JP_TTF Bold" panose="02020700000000000000" pitchFamily="18" charset="-128"/>
              </a:rPr>
              <a:t>　</a:t>
            </a:r>
            <a:r>
              <a:rPr kumimoji="1" lang="ja-JP" altLang="en-US" dirty="0">
                <a:solidFill>
                  <a:srgbClr val="F09199"/>
                </a:solidFill>
                <a:latin typeface="LINE Seed JP_TTF Bold" panose="02020700000000000000" pitchFamily="18" charset="-128"/>
                <a:ea typeface="LINE Seed JP_TTF Bold" panose="02020700000000000000" pitchFamily="18" charset="-128"/>
              </a:rPr>
              <a:t>↑↑↑ここまでは最初の</a:t>
            </a:r>
            <a:r>
              <a:rPr kumimoji="1" lang="en-US" altLang="ja-JP" dirty="0">
                <a:solidFill>
                  <a:srgbClr val="F09199"/>
                </a:solidFill>
                <a:latin typeface="LINE Seed JP_TTF Bold" panose="02020700000000000000" pitchFamily="18" charset="-128"/>
                <a:ea typeface="LINE Seed JP_TTF Bold" panose="02020700000000000000" pitchFamily="18" charset="-128"/>
              </a:rPr>
              <a:t>1</a:t>
            </a:r>
            <a:r>
              <a:rPr kumimoji="1" lang="ja-JP" altLang="en-US" dirty="0">
                <a:solidFill>
                  <a:srgbClr val="F09199"/>
                </a:solidFill>
                <a:latin typeface="LINE Seed JP_TTF Bold" panose="02020700000000000000" pitchFamily="18" charset="-128"/>
                <a:ea typeface="LINE Seed JP_TTF Bold" panose="02020700000000000000" pitchFamily="18" charset="-128"/>
              </a:rPr>
              <a:t>度だけ行えば</a:t>
            </a:r>
            <a:r>
              <a:rPr kumimoji="1" lang="en-US" altLang="ja-JP" dirty="0">
                <a:solidFill>
                  <a:srgbClr val="F09199"/>
                </a:solidFill>
                <a:latin typeface="LINE Seed JP_TTF Bold" panose="02020700000000000000" pitchFamily="18" charset="-128"/>
                <a:ea typeface="LINE Seed JP_TTF Bold" panose="02020700000000000000" pitchFamily="18" charset="-128"/>
              </a:rPr>
              <a:t>OK</a:t>
            </a:r>
            <a:r>
              <a:rPr kumimoji="1" lang="ja-JP" altLang="en-US" dirty="0">
                <a:solidFill>
                  <a:srgbClr val="F09199"/>
                </a:solidFill>
                <a:latin typeface="LINE Seed JP_TTF Bold" panose="02020700000000000000" pitchFamily="18" charset="-128"/>
                <a:ea typeface="LINE Seed JP_TTF Bold" panose="02020700000000000000" pitchFamily="18" charset="-128"/>
              </a:rPr>
              <a:t>です</a:t>
            </a:r>
            <a:r>
              <a:rPr lang="ja-JP" altLang="en-US" dirty="0">
                <a:solidFill>
                  <a:srgbClr val="F09199"/>
                </a:solidFill>
                <a:latin typeface="LINE Seed JP_TTF Bold" panose="02020700000000000000" pitchFamily="18" charset="-128"/>
                <a:ea typeface="LINE Seed JP_TTF Bold" panose="02020700000000000000" pitchFamily="18" charset="-128"/>
              </a:rPr>
              <a:t>↑↑↑</a:t>
            </a:r>
            <a:endParaRPr lang="en-US" altLang="ja-JP" dirty="0">
              <a:solidFill>
                <a:srgbClr val="F09199"/>
              </a:solidFill>
              <a:latin typeface="LINE Seed JP_TTF Bold" panose="02020700000000000000" pitchFamily="18" charset="-128"/>
              <a:ea typeface="LINE Seed JP_TTF Bold" panose="02020700000000000000" pitchFamily="18" charset="-128"/>
            </a:endParaRPr>
          </a:p>
          <a:p>
            <a:endParaRPr kumimoji="1" lang="en-US" altLang="ja-JP" dirty="0">
              <a:latin typeface="LINE Seed JP_TTF Bold" panose="02020700000000000000" pitchFamily="18" charset="-128"/>
              <a:ea typeface="LINE Seed JP_TTF Bold" panose="02020700000000000000" pitchFamily="18" charset="-128"/>
            </a:endParaRPr>
          </a:p>
          <a:p>
            <a:r>
              <a:rPr lang="en-US" altLang="ja-JP" dirty="0">
                <a:latin typeface="LINE Seed JP_TTF Bold" panose="02020700000000000000" pitchFamily="18" charset="-128"/>
                <a:ea typeface="LINE Seed JP_TTF Bold" panose="02020700000000000000" pitchFamily="18" charset="-128"/>
              </a:rPr>
              <a:t>2. </a:t>
            </a:r>
            <a:r>
              <a:rPr lang="ja-JP" altLang="en-US" dirty="0">
                <a:latin typeface="LINE Seed JP_TTF Bold" panose="02020700000000000000" pitchFamily="18" charset="-128"/>
                <a:ea typeface="LINE Seed JP_TTF Bold" panose="02020700000000000000" pitchFamily="18" charset="-128"/>
              </a:rPr>
              <a:t>自動記録の開始</a:t>
            </a:r>
            <a:endParaRPr lang="en-US" altLang="ja-JP" dirty="0">
              <a:latin typeface="LINE Seed JP_TTF Bold" panose="02020700000000000000" pitchFamily="18" charset="-128"/>
              <a:ea typeface="LINE Seed JP_TTF Bold" panose="02020700000000000000" pitchFamily="18" charset="-128"/>
            </a:endParaRPr>
          </a:p>
          <a:p>
            <a:r>
              <a:rPr kumimoji="1" lang="ja-JP" altLang="en-US" dirty="0">
                <a:latin typeface="LINE Seed JP_TTF Bold" panose="02020700000000000000" pitchFamily="18" charset="-128"/>
                <a:ea typeface="LINE Seed JP_TTF Bold" panose="02020700000000000000" pitchFamily="18" charset="-128"/>
              </a:rPr>
              <a:t>　</a:t>
            </a:r>
            <a:r>
              <a:rPr kumimoji="1" lang="en-US" altLang="ja-JP" dirty="0">
                <a:latin typeface="LINE Seed JP_TTF Bold" panose="02020700000000000000" pitchFamily="18" charset="-128"/>
                <a:ea typeface="LINE Seed JP_TTF Bold" panose="02020700000000000000" pitchFamily="18" charset="-128"/>
              </a:rPr>
              <a:t>2-1. </a:t>
            </a:r>
            <a:r>
              <a:rPr kumimoji="1" lang="ja-JP" altLang="en-US" dirty="0">
                <a:latin typeface="LINE Seed JP_TTF Bold" panose="02020700000000000000" pitchFamily="18" charset="-128"/>
                <a:ea typeface="LINE Seed JP_TTF Bold" panose="02020700000000000000" pitchFamily="18" charset="-128"/>
              </a:rPr>
              <a:t>メイン画面の中央にある「</a:t>
            </a:r>
            <a:r>
              <a:rPr kumimoji="1" lang="en-US" altLang="ja-JP" dirty="0">
                <a:latin typeface="LINE Seed JP_TTF Bold" panose="02020700000000000000" pitchFamily="18" charset="-128"/>
                <a:ea typeface="LINE Seed JP_TTF Bold" panose="02020700000000000000" pitchFamily="18" charset="-128"/>
              </a:rPr>
              <a:t>REC</a:t>
            </a:r>
            <a:r>
              <a:rPr kumimoji="1" lang="ja-JP" altLang="en-US" dirty="0">
                <a:latin typeface="LINE Seed JP_TTF Bold" panose="02020700000000000000" pitchFamily="18" charset="-128"/>
                <a:ea typeface="LINE Seed JP_TTF Bold" panose="02020700000000000000" pitchFamily="18" charset="-128"/>
              </a:rPr>
              <a:t>」ボタンを押す</a:t>
            </a:r>
            <a:endParaRPr kumimoji="1" lang="en-US" altLang="ja-JP" dirty="0">
              <a:latin typeface="LINE Seed JP_TTF Bold" panose="02020700000000000000" pitchFamily="18" charset="-128"/>
              <a:ea typeface="LINE Seed JP_TTF Bold" panose="02020700000000000000" pitchFamily="18" charset="-128"/>
            </a:endParaRPr>
          </a:p>
          <a:p>
            <a:r>
              <a:rPr lang="ja-JP" altLang="en-US" dirty="0">
                <a:latin typeface="LINE Seed JP_TTF Bold" panose="02020700000000000000" pitchFamily="18" charset="-128"/>
                <a:ea typeface="LINE Seed JP_TTF Bold" panose="02020700000000000000" pitchFamily="18" charset="-128"/>
              </a:rPr>
              <a:t>　</a:t>
            </a:r>
            <a:r>
              <a:rPr lang="en-US" altLang="ja-JP" dirty="0">
                <a:latin typeface="LINE Seed JP_TTF Bold" panose="02020700000000000000" pitchFamily="18" charset="-128"/>
                <a:ea typeface="LINE Seed JP_TTF Bold" panose="02020700000000000000" pitchFamily="18" charset="-128"/>
              </a:rPr>
              <a:t>2-2. </a:t>
            </a:r>
            <a:r>
              <a:rPr lang="ja-JP" altLang="en-US" dirty="0">
                <a:latin typeface="LINE Seed JP_TTF Bold" panose="02020700000000000000" pitchFamily="18" charset="-128"/>
                <a:ea typeface="LINE Seed JP_TTF Bold" panose="02020700000000000000" pitchFamily="18" charset="-128"/>
              </a:rPr>
              <a:t>ドラクエウォークの画面を選択する</a:t>
            </a:r>
            <a:r>
              <a:rPr lang="en-US" altLang="ja-JP" dirty="0">
                <a:latin typeface="LINE Seed JP_TTF Bold" panose="02020700000000000000" pitchFamily="18" charset="-128"/>
                <a:ea typeface="LINE Seed JP_TTF Bold" panose="02020700000000000000" pitchFamily="18" charset="-128"/>
              </a:rPr>
              <a:t>(Android14</a:t>
            </a:r>
            <a:r>
              <a:rPr lang="ja-JP" altLang="en-US" dirty="0">
                <a:latin typeface="LINE Seed JP_TTF Bold" panose="02020700000000000000" pitchFamily="18" charset="-128"/>
                <a:ea typeface="LINE Seed JP_TTF Bold" panose="02020700000000000000" pitchFamily="18" charset="-128"/>
              </a:rPr>
              <a:t>以降の場合</a:t>
            </a:r>
            <a:r>
              <a:rPr lang="en-US" altLang="ja-JP" dirty="0">
                <a:latin typeface="LINE Seed JP_TTF Bold" panose="02020700000000000000" pitchFamily="18" charset="-128"/>
                <a:ea typeface="LINE Seed JP_TTF Bold" panose="02020700000000000000" pitchFamily="18" charset="-128"/>
              </a:rPr>
              <a:t>)</a:t>
            </a:r>
          </a:p>
          <a:p>
            <a:r>
              <a:rPr kumimoji="1" lang="ja-JP" altLang="en-US" dirty="0">
                <a:latin typeface="LINE Seed JP_TTF Bold" panose="02020700000000000000" pitchFamily="18" charset="-128"/>
                <a:ea typeface="LINE Seed JP_TTF Bold" panose="02020700000000000000" pitchFamily="18" charset="-128"/>
              </a:rPr>
              <a:t>　</a:t>
            </a:r>
            <a:r>
              <a:rPr kumimoji="1" lang="en-US" altLang="ja-JP" dirty="0">
                <a:latin typeface="LINE Seed JP_TTF Bold" panose="02020700000000000000" pitchFamily="18" charset="-128"/>
                <a:ea typeface="LINE Seed JP_TTF Bold" panose="02020700000000000000" pitchFamily="18" charset="-128"/>
              </a:rPr>
              <a:t>2-3. </a:t>
            </a:r>
            <a:r>
              <a:rPr kumimoji="1" lang="ja-JP" altLang="en-US" dirty="0">
                <a:latin typeface="LINE Seed JP_TTF Bold" panose="02020700000000000000" pitchFamily="18" charset="-128"/>
                <a:ea typeface="LINE Seed JP_TTF Bold" panose="02020700000000000000" pitchFamily="18" charset="-128"/>
              </a:rPr>
              <a:t>戦闘を開始する</a:t>
            </a:r>
            <a:endParaRPr kumimoji="1" lang="en-US" altLang="ja-JP" dirty="0">
              <a:latin typeface="LINE Seed JP_TTF Bold" panose="02020700000000000000" pitchFamily="18" charset="-128"/>
              <a:ea typeface="LINE Seed JP_TTF Bold" panose="02020700000000000000" pitchFamily="18" charset="-128"/>
            </a:endParaRPr>
          </a:p>
          <a:p>
            <a:r>
              <a:rPr lang="ja-JP" altLang="en-US" dirty="0">
                <a:latin typeface="LINE Seed JP_TTF Bold" panose="02020700000000000000" pitchFamily="18" charset="-128"/>
                <a:ea typeface="LINE Seed JP_TTF Bold" panose="02020700000000000000" pitchFamily="18" charset="-128"/>
              </a:rPr>
              <a:t>　　　→自動記録が成功した場合、</a:t>
            </a:r>
            <a:r>
              <a:rPr lang="en-US" altLang="ja-JP" dirty="0">
                <a:latin typeface="LINE Seed JP_TTF Bold" panose="02020700000000000000" pitchFamily="18" charset="-128"/>
                <a:ea typeface="LINE Seed JP_TTF Bold" panose="02020700000000000000" pitchFamily="18" charset="-128"/>
              </a:rPr>
              <a:t>VS</a:t>
            </a:r>
            <a:r>
              <a:rPr lang="ja-JP" altLang="en-US" dirty="0">
                <a:latin typeface="LINE Seed JP_TTF Bold" panose="02020700000000000000" pitchFamily="18" charset="-128"/>
                <a:ea typeface="LINE Seed JP_TTF Bold" panose="02020700000000000000" pitchFamily="18" charset="-128"/>
              </a:rPr>
              <a:t>画面で戦闘開始の通知が出ます</a:t>
            </a:r>
            <a:endParaRPr kumimoji="1" lang="en-US" altLang="ja-JP" dirty="0">
              <a:latin typeface="LINE Seed JP_TTF Bold" panose="02020700000000000000" pitchFamily="18" charset="-128"/>
              <a:ea typeface="LINE Seed JP_TTF Bold" panose="02020700000000000000" pitchFamily="18" charset="-128"/>
            </a:endParaRPr>
          </a:p>
        </p:txBody>
      </p:sp>
      <p:pic>
        <p:nvPicPr>
          <p:cNvPr id="6" name="図 5">
            <a:extLst>
              <a:ext uri="{FF2B5EF4-FFF2-40B4-BE49-F238E27FC236}">
                <a16:creationId xmlns:a16="http://schemas.microsoft.com/office/drawing/2014/main" id="{9ACB1E92-791A-9CDB-1E8E-0E2A5D4010B8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789987" y="4288693"/>
            <a:ext cx="986802" cy="2160000"/>
          </a:xfrm>
          <a:prstGeom prst="rect">
            <a:avLst/>
          </a:prstGeom>
        </p:spPr>
      </p:pic>
      <p:pic>
        <p:nvPicPr>
          <p:cNvPr id="10" name="図 9">
            <a:extLst>
              <a:ext uri="{FF2B5EF4-FFF2-40B4-BE49-F238E27FC236}">
                <a16:creationId xmlns:a16="http://schemas.microsoft.com/office/drawing/2014/main" id="{3E348E81-98A4-B57F-81F3-657F7312157B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871167" y="4288693"/>
            <a:ext cx="986802" cy="2160000"/>
          </a:xfrm>
          <a:prstGeom prst="rect">
            <a:avLst/>
          </a:prstGeom>
        </p:spPr>
      </p:pic>
      <p:grpSp>
        <p:nvGrpSpPr>
          <p:cNvPr id="32" name="グループ化 31">
            <a:extLst>
              <a:ext uri="{FF2B5EF4-FFF2-40B4-BE49-F238E27FC236}">
                <a16:creationId xmlns:a16="http://schemas.microsoft.com/office/drawing/2014/main" id="{F1EB2A8A-A4D5-CD83-FF0A-A572E2098203}"/>
              </a:ext>
            </a:extLst>
          </p:cNvPr>
          <p:cNvGrpSpPr/>
          <p:nvPr/>
        </p:nvGrpSpPr>
        <p:grpSpPr>
          <a:xfrm>
            <a:off x="7789987" y="1133193"/>
            <a:ext cx="4111077" cy="2419635"/>
            <a:chOff x="7789987" y="1133193"/>
            <a:chExt cx="4111077" cy="2419635"/>
          </a:xfrm>
        </p:grpSpPr>
        <p:grpSp>
          <p:nvGrpSpPr>
            <p:cNvPr id="27" name="グループ化 26">
              <a:extLst>
                <a:ext uri="{FF2B5EF4-FFF2-40B4-BE49-F238E27FC236}">
                  <a16:creationId xmlns:a16="http://schemas.microsoft.com/office/drawing/2014/main" id="{CF614664-0F7D-40BD-B190-8B03A27DFE69}"/>
                </a:ext>
              </a:extLst>
            </p:cNvPr>
            <p:cNvGrpSpPr/>
            <p:nvPr/>
          </p:nvGrpSpPr>
          <p:grpSpPr>
            <a:xfrm>
              <a:off x="7789987" y="1392828"/>
              <a:ext cx="4111077" cy="2160000"/>
              <a:chOff x="7789987" y="1392828"/>
              <a:chExt cx="4111077" cy="2160000"/>
            </a:xfrm>
          </p:grpSpPr>
          <p:pic>
            <p:nvPicPr>
              <p:cNvPr id="12" name="図 11">
                <a:extLst>
                  <a:ext uri="{FF2B5EF4-FFF2-40B4-BE49-F238E27FC236}">
                    <a16:creationId xmlns:a16="http://schemas.microsoft.com/office/drawing/2014/main" id="{0CE27011-307F-FE6E-551B-855B3855D528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5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10914262" y="1392828"/>
                <a:ext cx="986802" cy="2160000"/>
              </a:xfrm>
              <a:prstGeom prst="rect">
                <a:avLst/>
              </a:prstGeom>
            </p:spPr>
          </p:pic>
          <p:pic>
            <p:nvPicPr>
              <p:cNvPr id="18" name="図 17">
                <a:extLst>
                  <a:ext uri="{FF2B5EF4-FFF2-40B4-BE49-F238E27FC236}">
                    <a16:creationId xmlns:a16="http://schemas.microsoft.com/office/drawing/2014/main" id="{46C45C08-5353-842E-B54B-A31F3F40E534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6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9872837" y="1392828"/>
                <a:ext cx="986802" cy="2160000"/>
              </a:xfrm>
              <a:prstGeom prst="rect">
                <a:avLst/>
              </a:prstGeom>
            </p:spPr>
          </p:pic>
          <p:pic>
            <p:nvPicPr>
              <p:cNvPr id="22" name="図 21">
                <a:extLst>
                  <a:ext uri="{FF2B5EF4-FFF2-40B4-BE49-F238E27FC236}">
                    <a16:creationId xmlns:a16="http://schemas.microsoft.com/office/drawing/2014/main" id="{7F4BCC7B-D13F-8937-C9FA-4C9EA85469AF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7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8831412" y="1392828"/>
                <a:ext cx="986802" cy="2160000"/>
              </a:xfrm>
              <a:prstGeom prst="rect">
                <a:avLst/>
              </a:prstGeom>
            </p:spPr>
          </p:pic>
          <p:pic>
            <p:nvPicPr>
              <p:cNvPr id="26" name="図 25">
                <a:extLst>
                  <a:ext uri="{FF2B5EF4-FFF2-40B4-BE49-F238E27FC236}">
                    <a16:creationId xmlns:a16="http://schemas.microsoft.com/office/drawing/2014/main" id="{90FC86A2-EEA3-75E9-58B1-26B3EC1BEA9C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8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7789987" y="1392828"/>
                <a:ext cx="986802" cy="2160000"/>
              </a:xfrm>
              <a:prstGeom prst="rect">
                <a:avLst/>
              </a:prstGeom>
            </p:spPr>
          </p:pic>
        </p:grpSp>
        <p:sp>
          <p:nvSpPr>
            <p:cNvPr id="28" name="テキスト ボックス 27">
              <a:extLst>
                <a:ext uri="{FF2B5EF4-FFF2-40B4-BE49-F238E27FC236}">
                  <a16:creationId xmlns:a16="http://schemas.microsoft.com/office/drawing/2014/main" id="{6407930E-34C1-37DD-694F-6CB9BA0269C3}"/>
                </a:ext>
              </a:extLst>
            </p:cNvPr>
            <p:cNvSpPr txBox="1"/>
            <p:nvPr/>
          </p:nvSpPr>
          <p:spPr>
            <a:xfrm>
              <a:off x="7789987" y="1133193"/>
              <a:ext cx="493401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kumimoji="1" lang="ja-JP" altLang="en-US" sz="1600" dirty="0">
                  <a:latin typeface="LINE Seed JP_TTF Bold" panose="02020700000000000000" pitchFamily="18" charset="-128"/>
                  <a:ea typeface="LINE Seed JP_TTF Bold" panose="02020700000000000000" pitchFamily="18" charset="-128"/>
                </a:rPr>
                <a:t>①</a:t>
              </a:r>
            </a:p>
          </p:txBody>
        </p:sp>
        <p:sp>
          <p:nvSpPr>
            <p:cNvPr id="29" name="テキスト ボックス 28">
              <a:extLst>
                <a:ext uri="{FF2B5EF4-FFF2-40B4-BE49-F238E27FC236}">
                  <a16:creationId xmlns:a16="http://schemas.microsoft.com/office/drawing/2014/main" id="{8F2B54F5-61BF-2957-7435-22BF5B074946}"/>
                </a:ext>
              </a:extLst>
            </p:cNvPr>
            <p:cNvSpPr txBox="1"/>
            <p:nvPr/>
          </p:nvSpPr>
          <p:spPr>
            <a:xfrm>
              <a:off x="8831412" y="1133193"/>
              <a:ext cx="493401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kumimoji="1" lang="ja-JP" altLang="en-US" sz="1600" dirty="0">
                  <a:latin typeface="LINE Seed JP_TTF Bold" panose="02020700000000000000" pitchFamily="18" charset="-128"/>
                  <a:ea typeface="LINE Seed JP_TTF Bold" panose="02020700000000000000" pitchFamily="18" charset="-128"/>
                </a:rPr>
                <a:t>②</a:t>
              </a:r>
            </a:p>
          </p:txBody>
        </p:sp>
        <p:sp>
          <p:nvSpPr>
            <p:cNvPr id="30" name="テキスト ボックス 29">
              <a:extLst>
                <a:ext uri="{FF2B5EF4-FFF2-40B4-BE49-F238E27FC236}">
                  <a16:creationId xmlns:a16="http://schemas.microsoft.com/office/drawing/2014/main" id="{E9D0BCA7-4CDE-7D92-C318-AC15EEDBB921}"/>
                </a:ext>
              </a:extLst>
            </p:cNvPr>
            <p:cNvSpPr txBox="1"/>
            <p:nvPr/>
          </p:nvSpPr>
          <p:spPr>
            <a:xfrm>
              <a:off x="9872837" y="1133193"/>
              <a:ext cx="493401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kumimoji="1" lang="ja-JP" altLang="en-US" sz="1600" dirty="0">
                  <a:latin typeface="LINE Seed JP_TTF Bold" panose="02020700000000000000" pitchFamily="18" charset="-128"/>
                  <a:ea typeface="LINE Seed JP_TTF Bold" panose="02020700000000000000" pitchFamily="18" charset="-128"/>
                </a:rPr>
                <a:t>③</a:t>
              </a:r>
            </a:p>
          </p:txBody>
        </p:sp>
        <p:sp>
          <p:nvSpPr>
            <p:cNvPr id="31" name="テキスト ボックス 30">
              <a:extLst>
                <a:ext uri="{FF2B5EF4-FFF2-40B4-BE49-F238E27FC236}">
                  <a16:creationId xmlns:a16="http://schemas.microsoft.com/office/drawing/2014/main" id="{DDE68958-9069-A507-DEB1-C4795FC4116C}"/>
                </a:ext>
              </a:extLst>
            </p:cNvPr>
            <p:cNvSpPr txBox="1"/>
            <p:nvPr/>
          </p:nvSpPr>
          <p:spPr>
            <a:xfrm>
              <a:off x="10905297" y="1133193"/>
              <a:ext cx="493401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kumimoji="1" lang="ja-JP" altLang="en-US" sz="1600" dirty="0">
                  <a:latin typeface="LINE Seed JP_TTF Bold" panose="02020700000000000000" pitchFamily="18" charset="-128"/>
                  <a:ea typeface="LINE Seed JP_TTF Bold" panose="02020700000000000000" pitchFamily="18" charset="-128"/>
                </a:rPr>
                <a:t>④</a:t>
              </a:r>
            </a:p>
          </p:txBody>
        </p:sp>
      </p:grpSp>
      <p:pic>
        <p:nvPicPr>
          <p:cNvPr id="34" name="図 33">
            <a:extLst>
              <a:ext uri="{FF2B5EF4-FFF2-40B4-BE49-F238E27FC236}">
                <a16:creationId xmlns:a16="http://schemas.microsoft.com/office/drawing/2014/main" id="{D518DF3C-2E2B-D86A-E8D9-8ECD6A129C53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914262" y="4288693"/>
            <a:ext cx="986802" cy="2160000"/>
          </a:xfrm>
          <a:prstGeom prst="rect">
            <a:avLst/>
          </a:prstGeom>
        </p:spPr>
      </p:pic>
      <p:sp>
        <p:nvSpPr>
          <p:cNvPr id="35" name="テキスト ボックス 34">
            <a:extLst>
              <a:ext uri="{FF2B5EF4-FFF2-40B4-BE49-F238E27FC236}">
                <a16:creationId xmlns:a16="http://schemas.microsoft.com/office/drawing/2014/main" id="{AEFD70C0-9EA5-72B4-EDDF-8CD9D50D06E5}"/>
              </a:ext>
            </a:extLst>
          </p:cNvPr>
          <p:cNvSpPr txBox="1"/>
          <p:nvPr/>
        </p:nvSpPr>
        <p:spPr>
          <a:xfrm>
            <a:off x="7790822" y="4012879"/>
            <a:ext cx="98596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ja-JP" sz="1600" dirty="0">
                <a:latin typeface="LINE Seed JP_TTF Bold" panose="02020700000000000000" pitchFamily="18" charset="-128"/>
                <a:ea typeface="LINE Seed JP_TTF Bold" panose="02020700000000000000" pitchFamily="18" charset="-128"/>
              </a:rPr>
              <a:t>1-2.</a:t>
            </a:r>
            <a:endParaRPr kumimoji="1" lang="ja-JP" altLang="en-US" sz="1600" dirty="0">
              <a:latin typeface="LINE Seed JP_TTF Bold" panose="02020700000000000000" pitchFamily="18" charset="-128"/>
              <a:ea typeface="LINE Seed JP_TTF Bold" panose="02020700000000000000" pitchFamily="18" charset="-128"/>
            </a:endParaRPr>
          </a:p>
        </p:txBody>
      </p:sp>
      <p:sp>
        <p:nvSpPr>
          <p:cNvPr id="36" name="テキスト ボックス 35">
            <a:extLst>
              <a:ext uri="{FF2B5EF4-FFF2-40B4-BE49-F238E27FC236}">
                <a16:creationId xmlns:a16="http://schemas.microsoft.com/office/drawing/2014/main" id="{35E05AD0-3D38-2BBA-DBA8-F804ABE3FAC6}"/>
              </a:ext>
            </a:extLst>
          </p:cNvPr>
          <p:cNvSpPr txBox="1"/>
          <p:nvPr/>
        </p:nvSpPr>
        <p:spPr>
          <a:xfrm>
            <a:off x="8831412" y="4012879"/>
            <a:ext cx="98596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ja-JP" sz="1600" dirty="0">
                <a:latin typeface="LINE Seed JP_TTF Bold" panose="02020700000000000000" pitchFamily="18" charset="-128"/>
                <a:ea typeface="LINE Seed JP_TTF Bold" panose="02020700000000000000" pitchFamily="18" charset="-128"/>
              </a:rPr>
              <a:t>1-3.</a:t>
            </a:r>
            <a:endParaRPr kumimoji="1" lang="ja-JP" altLang="en-US" sz="1600" dirty="0">
              <a:latin typeface="LINE Seed JP_TTF Bold" panose="02020700000000000000" pitchFamily="18" charset="-128"/>
              <a:ea typeface="LINE Seed JP_TTF Bold" panose="02020700000000000000" pitchFamily="18" charset="-128"/>
            </a:endParaRPr>
          </a:p>
        </p:txBody>
      </p:sp>
      <p:sp>
        <p:nvSpPr>
          <p:cNvPr id="37" name="テキスト ボックス 36">
            <a:extLst>
              <a:ext uri="{FF2B5EF4-FFF2-40B4-BE49-F238E27FC236}">
                <a16:creationId xmlns:a16="http://schemas.microsoft.com/office/drawing/2014/main" id="{1E332041-C90C-4766-42F7-E5BDC7EB35FC}"/>
              </a:ext>
            </a:extLst>
          </p:cNvPr>
          <p:cNvSpPr txBox="1"/>
          <p:nvPr/>
        </p:nvSpPr>
        <p:spPr>
          <a:xfrm>
            <a:off x="9872002" y="4012879"/>
            <a:ext cx="98596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ja-JP" sz="1600" dirty="0">
                <a:latin typeface="LINE Seed JP_TTF Bold" panose="02020700000000000000" pitchFamily="18" charset="-128"/>
                <a:ea typeface="LINE Seed JP_TTF Bold" panose="02020700000000000000" pitchFamily="18" charset="-128"/>
              </a:rPr>
              <a:t>1-4.</a:t>
            </a:r>
            <a:endParaRPr kumimoji="1" lang="ja-JP" altLang="en-US" sz="1600" dirty="0">
              <a:latin typeface="LINE Seed JP_TTF Bold" panose="02020700000000000000" pitchFamily="18" charset="-128"/>
              <a:ea typeface="LINE Seed JP_TTF Bold" panose="02020700000000000000" pitchFamily="18" charset="-128"/>
            </a:endParaRPr>
          </a:p>
        </p:txBody>
      </p:sp>
      <p:sp>
        <p:nvSpPr>
          <p:cNvPr id="38" name="テキスト ボックス 37">
            <a:extLst>
              <a:ext uri="{FF2B5EF4-FFF2-40B4-BE49-F238E27FC236}">
                <a16:creationId xmlns:a16="http://schemas.microsoft.com/office/drawing/2014/main" id="{71F80654-C1D7-47E5-E433-3368B99C717D}"/>
              </a:ext>
            </a:extLst>
          </p:cNvPr>
          <p:cNvSpPr txBox="1"/>
          <p:nvPr/>
        </p:nvSpPr>
        <p:spPr>
          <a:xfrm>
            <a:off x="10915097" y="4012879"/>
            <a:ext cx="98596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ja-JP" sz="1600" dirty="0">
                <a:latin typeface="LINE Seed JP_TTF Bold" panose="02020700000000000000" pitchFamily="18" charset="-128"/>
                <a:ea typeface="LINE Seed JP_TTF Bold" panose="02020700000000000000" pitchFamily="18" charset="-128"/>
              </a:rPr>
              <a:t>1-5.</a:t>
            </a:r>
            <a:endParaRPr kumimoji="1" lang="ja-JP" altLang="en-US" sz="1600" dirty="0">
              <a:latin typeface="LINE Seed JP_TTF Bold" panose="02020700000000000000" pitchFamily="18" charset="-128"/>
              <a:ea typeface="LINE Seed JP_TTF Bold" panose="02020700000000000000" pitchFamily="18" charset="-128"/>
            </a:endParaRPr>
          </a:p>
        </p:txBody>
      </p:sp>
      <p:sp>
        <p:nvSpPr>
          <p:cNvPr id="39" name="正方形/長方形 38">
            <a:extLst>
              <a:ext uri="{FF2B5EF4-FFF2-40B4-BE49-F238E27FC236}">
                <a16:creationId xmlns:a16="http://schemas.microsoft.com/office/drawing/2014/main" id="{8BF44463-DC6F-E8A3-7D13-4F93D7291709}"/>
              </a:ext>
            </a:extLst>
          </p:cNvPr>
          <p:cNvSpPr/>
          <p:nvPr/>
        </p:nvSpPr>
        <p:spPr>
          <a:xfrm>
            <a:off x="8548189" y="4481829"/>
            <a:ext cx="255494" cy="239257"/>
          </a:xfrm>
          <a:prstGeom prst="rect">
            <a:avLst/>
          </a:prstGeom>
          <a:noFill/>
          <a:ln w="38100"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40" name="正方形/長方形 39">
            <a:extLst>
              <a:ext uri="{FF2B5EF4-FFF2-40B4-BE49-F238E27FC236}">
                <a16:creationId xmlns:a16="http://schemas.microsoft.com/office/drawing/2014/main" id="{87FE375B-FD03-271D-38D9-54901D2AD7A7}"/>
              </a:ext>
            </a:extLst>
          </p:cNvPr>
          <p:cNvSpPr/>
          <p:nvPr/>
        </p:nvSpPr>
        <p:spPr>
          <a:xfrm>
            <a:off x="9951404" y="5280379"/>
            <a:ext cx="383881" cy="129766"/>
          </a:xfrm>
          <a:prstGeom prst="rect">
            <a:avLst/>
          </a:prstGeom>
          <a:noFill/>
          <a:ln w="38100"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41" name="正方形/長方形 40">
            <a:extLst>
              <a:ext uri="{FF2B5EF4-FFF2-40B4-BE49-F238E27FC236}">
                <a16:creationId xmlns:a16="http://schemas.microsoft.com/office/drawing/2014/main" id="{876AB9F6-8820-910E-99A2-96E1885DA10E}"/>
              </a:ext>
            </a:extLst>
          </p:cNvPr>
          <p:cNvSpPr/>
          <p:nvPr/>
        </p:nvSpPr>
        <p:spPr>
          <a:xfrm>
            <a:off x="9951404" y="5508979"/>
            <a:ext cx="383881" cy="129766"/>
          </a:xfrm>
          <a:prstGeom prst="rect">
            <a:avLst/>
          </a:prstGeom>
          <a:noFill/>
          <a:ln w="38100"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42" name="正方形/長方形 41">
            <a:extLst>
              <a:ext uri="{FF2B5EF4-FFF2-40B4-BE49-F238E27FC236}">
                <a16:creationId xmlns:a16="http://schemas.microsoft.com/office/drawing/2014/main" id="{0107AD99-A256-01FC-704B-BD8B4195338A}"/>
              </a:ext>
            </a:extLst>
          </p:cNvPr>
          <p:cNvSpPr/>
          <p:nvPr/>
        </p:nvSpPr>
        <p:spPr>
          <a:xfrm>
            <a:off x="8906035" y="5047294"/>
            <a:ext cx="504665" cy="129766"/>
          </a:xfrm>
          <a:prstGeom prst="rect">
            <a:avLst/>
          </a:prstGeom>
          <a:noFill/>
          <a:ln w="38100"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43" name="正方形/長方形 42">
            <a:extLst>
              <a:ext uri="{FF2B5EF4-FFF2-40B4-BE49-F238E27FC236}">
                <a16:creationId xmlns:a16="http://schemas.microsoft.com/office/drawing/2014/main" id="{55440A85-4165-A2DC-2665-797CD799BCB9}"/>
              </a:ext>
            </a:extLst>
          </p:cNvPr>
          <p:cNvSpPr/>
          <p:nvPr/>
        </p:nvSpPr>
        <p:spPr>
          <a:xfrm>
            <a:off x="10941844" y="6199542"/>
            <a:ext cx="456854" cy="129766"/>
          </a:xfrm>
          <a:prstGeom prst="rect">
            <a:avLst/>
          </a:prstGeom>
          <a:noFill/>
          <a:ln w="38100"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44" name="正方形/長方形 43">
            <a:extLst>
              <a:ext uri="{FF2B5EF4-FFF2-40B4-BE49-F238E27FC236}">
                <a16:creationId xmlns:a16="http://schemas.microsoft.com/office/drawing/2014/main" id="{C7F60958-450F-C270-8CF6-69B3B4151F7A}"/>
              </a:ext>
            </a:extLst>
          </p:cNvPr>
          <p:cNvSpPr/>
          <p:nvPr/>
        </p:nvSpPr>
        <p:spPr>
          <a:xfrm>
            <a:off x="11421454" y="6299554"/>
            <a:ext cx="456854" cy="129766"/>
          </a:xfrm>
          <a:prstGeom prst="rect">
            <a:avLst/>
          </a:prstGeom>
          <a:noFill/>
          <a:ln w="38100"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76415604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図 6">
            <a:extLst>
              <a:ext uri="{FF2B5EF4-FFF2-40B4-BE49-F238E27FC236}">
                <a16:creationId xmlns:a16="http://schemas.microsoft.com/office/drawing/2014/main" id="{CF58DCAB-9FCD-D139-4D68-69FD1CDD00D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055761" y="684827"/>
            <a:ext cx="1315736" cy="2880000"/>
          </a:xfrm>
          <a:prstGeom prst="rect">
            <a:avLst/>
          </a:prstGeom>
        </p:spPr>
      </p:pic>
      <p:sp>
        <p:nvSpPr>
          <p:cNvPr id="2" name="テキスト ボックス 1">
            <a:extLst>
              <a:ext uri="{FF2B5EF4-FFF2-40B4-BE49-F238E27FC236}">
                <a16:creationId xmlns:a16="http://schemas.microsoft.com/office/drawing/2014/main" id="{EADC695A-CBEF-3297-2172-55F1F65C6BA6}"/>
              </a:ext>
            </a:extLst>
          </p:cNvPr>
          <p:cNvSpPr txBox="1"/>
          <p:nvPr/>
        </p:nvSpPr>
        <p:spPr>
          <a:xfrm>
            <a:off x="285306" y="435566"/>
            <a:ext cx="11621387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ja-JP" sz="2400" dirty="0">
                <a:latin typeface="LINE Seed JP_TTF ExtraBold" panose="02020800000000000000" pitchFamily="18" charset="-128"/>
                <a:ea typeface="LINE Seed JP_TTF ExtraBold" panose="02020800000000000000" pitchFamily="18" charset="-128"/>
              </a:rPr>
              <a:t>NakamonREC v1.5.0 </a:t>
            </a:r>
            <a:r>
              <a:rPr kumimoji="1" lang="ja-JP" altLang="en-US" sz="2400" dirty="0">
                <a:latin typeface="LINE Seed JP_TTF ExtraBold" panose="02020800000000000000" pitchFamily="18" charset="-128"/>
                <a:ea typeface="LINE Seed JP_TTF ExtraBold" panose="02020800000000000000" pitchFamily="18" charset="-128"/>
              </a:rPr>
              <a:t>戦績チェックガイド</a:t>
            </a:r>
          </a:p>
        </p:txBody>
      </p:sp>
      <p:sp>
        <p:nvSpPr>
          <p:cNvPr id="3" name="テキスト ボックス 2">
            <a:extLst>
              <a:ext uri="{FF2B5EF4-FFF2-40B4-BE49-F238E27FC236}">
                <a16:creationId xmlns:a16="http://schemas.microsoft.com/office/drawing/2014/main" id="{B31E5392-D076-AF4C-9065-E67CA9621828}"/>
              </a:ext>
            </a:extLst>
          </p:cNvPr>
          <p:cNvSpPr txBox="1"/>
          <p:nvPr/>
        </p:nvSpPr>
        <p:spPr>
          <a:xfrm>
            <a:off x="285306" y="1212112"/>
            <a:ext cx="7998082" cy="424731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ja-JP" dirty="0">
                <a:latin typeface="LINE Seed JP_TTF Bold" panose="02020700000000000000" pitchFamily="18" charset="-128"/>
                <a:ea typeface="LINE Seed JP_TTF Bold" panose="02020700000000000000" pitchFamily="18" charset="-128"/>
              </a:rPr>
              <a:t>1. </a:t>
            </a:r>
            <a:r>
              <a:rPr kumimoji="1" lang="ja-JP" altLang="en-US" dirty="0">
                <a:latin typeface="LINE Seed JP_TTF Bold" panose="02020700000000000000" pitchFamily="18" charset="-128"/>
                <a:ea typeface="LINE Seed JP_TTF Bold" panose="02020700000000000000" pitchFamily="18" charset="-128"/>
              </a:rPr>
              <a:t>レコード編集機能 </a:t>
            </a:r>
            <a:r>
              <a:rPr kumimoji="1" lang="en-US" altLang="ja-JP" dirty="0">
                <a:latin typeface="LINE Seed JP_TTF Bold" panose="02020700000000000000" pitchFamily="18" charset="-128"/>
                <a:ea typeface="LINE Seed JP_TTF Bold" panose="02020700000000000000" pitchFamily="18" charset="-128"/>
              </a:rPr>
              <a:t>※</a:t>
            </a:r>
            <a:r>
              <a:rPr kumimoji="1" lang="ja-JP" altLang="en-US" dirty="0">
                <a:latin typeface="LINE Seed JP_TTF Bold" panose="02020700000000000000" pitchFamily="18" charset="-128"/>
                <a:ea typeface="LINE Seed JP_TTF Bold" panose="02020700000000000000" pitchFamily="18" charset="-128"/>
              </a:rPr>
              <a:t>画面下部のボタンが編集モード</a:t>
            </a:r>
            <a:r>
              <a:rPr kumimoji="1" lang="en-US" altLang="ja-JP" dirty="0">
                <a:latin typeface="LINE Seed JP_TTF Bold" panose="02020700000000000000" pitchFamily="18" charset="-128"/>
                <a:ea typeface="LINE Seed JP_TTF Bold" panose="02020700000000000000" pitchFamily="18" charset="-128"/>
              </a:rPr>
              <a:t>(</a:t>
            </a:r>
            <a:r>
              <a:rPr kumimoji="1" lang="ja-JP" altLang="en-US" dirty="0">
                <a:latin typeface="LINE Seed JP_TTF Bold" panose="02020700000000000000" pitchFamily="18" charset="-128"/>
                <a:ea typeface="LINE Seed JP_TTF Bold" panose="02020700000000000000" pitchFamily="18" charset="-128"/>
              </a:rPr>
              <a:t>　　</a:t>
            </a:r>
            <a:r>
              <a:rPr kumimoji="1" lang="en-US" altLang="ja-JP" dirty="0">
                <a:latin typeface="LINE Seed JP_TTF Bold" panose="02020700000000000000" pitchFamily="18" charset="-128"/>
                <a:ea typeface="LINE Seed JP_TTF Bold" panose="02020700000000000000" pitchFamily="18" charset="-128"/>
              </a:rPr>
              <a:t>)</a:t>
            </a:r>
            <a:r>
              <a:rPr kumimoji="1" lang="ja-JP" altLang="en-US" dirty="0">
                <a:latin typeface="LINE Seed JP_TTF Bold" panose="02020700000000000000" pitchFamily="18" charset="-128"/>
                <a:ea typeface="LINE Seed JP_TTF Bold" panose="02020700000000000000" pitchFamily="18" charset="-128"/>
              </a:rPr>
              <a:t>時</a:t>
            </a:r>
            <a:br>
              <a:rPr kumimoji="1" lang="en-US" altLang="ja-JP" dirty="0">
                <a:latin typeface="LINE Seed JP_TTF Bold" panose="02020700000000000000" pitchFamily="18" charset="-128"/>
                <a:ea typeface="LINE Seed JP_TTF Bold" panose="02020700000000000000" pitchFamily="18" charset="-128"/>
              </a:rPr>
            </a:br>
            <a:r>
              <a:rPr kumimoji="1" lang="ja-JP" altLang="en-US" dirty="0">
                <a:latin typeface="LINE Seed JP_TTF Bold" panose="02020700000000000000" pitchFamily="18" charset="-128"/>
                <a:ea typeface="LINE Seed JP_TTF Bold" panose="02020700000000000000" pitchFamily="18" charset="-128"/>
              </a:rPr>
              <a:t>　</a:t>
            </a:r>
            <a:r>
              <a:rPr kumimoji="1" lang="en-US" altLang="ja-JP" dirty="0">
                <a:latin typeface="LINE Seed JP_TTF Bold" panose="02020700000000000000" pitchFamily="18" charset="-128"/>
                <a:ea typeface="LINE Seed JP_TTF Bold" panose="02020700000000000000" pitchFamily="18" charset="-128"/>
              </a:rPr>
              <a:t>1-1. </a:t>
            </a:r>
            <a:r>
              <a:rPr kumimoji="1" lang="ja-JP" altLang="en-US" dirty="0">
                <a:latin typeface="LINE Seed JP_TTF Bold" panose="02020700000000000000" pitchFamily="18" charset="-128"/>
                <a:ea typeface="LINE Seed JP_TTF Bold" panose="02020700000000000000" pitchFamily="18" charset="-128"/>
              </a:rPr>
              <a:t>任意のレコードで長押しする</a:t>
            </a:r>
            <a:endParaRPr kumimoji="1" lang="en-US" altLang="ja-JP" dirty="0">
              <a:latin typeface="LINE Seed JP_TTF Bold" panose="02020700000000000000" pitchFamily="18" charset="-128"/>
              <a:ea typeface="LINE Seed JP_TTF Bold" panose="02020700000000000000" pitchFamily="18" charset="-128"/>
            </a:endParaRPr>
          </a:p>
          <a:p>
            <a:r>
              <a:rPr lang="ja-JP" altLang="en-US" dirty="0">
                <a:latin typeface="LINE Seed JP_TTF Bold" panose="02020700000000000000" pitchFamily="18" charset="-128"/>
                <a:ea typeface="LINE Seed JP_TTF Bold" panose="02020700000000000000" pitchFamily="18" charset="-128"/>
              </a:rPr>
              <a:t>　</a:t>
            </a:r>
            <a:r>
              <a:rPr lang="en-US" altLang="ja-JP" dirty="0">
                <a:latin typeface="LINE Seed JP_TTF Bold" panose="02020700000000000000" pitchFamily="18" charset="-128"/>
                <a:ea typeface="LINE Seed JP_TTF Bold" panose="02020700000000000000" pitchFamily="18" charset="-128"/>
              </a:rPr>
              <a:t>1-2. </a:t>
            </a:r>
            <a:r>
              <a:rPr lang="ja-JP" altLang="en-US" dirty="0">
                <a:latin typeface="LINE Seed JP_TTF Bold" panose="02020700000000000000" pitchFamily="18" charset="-128"/>
                <a:ea typeface="LINE Seed JP_TTF Bold" panose="02020700000000000000" pitchFamily="18" charset="-128"/>
              </a:rPr>
              <a:t>勝敗、選択パーティ、使用モンスターの修正が可能</a:t>
            </a:r>
            <a:endParaRPr lang="en-US" altLang="ja-JP" dirty="0">
              <a:latin typeface="LINE Seed JP_TTF Bold" panose="02020700000000000000" pitchFamily="18" charset="-128"/>
              <a:ea typeface="LINE Seed JP_TTF Bold" panose="02020700000000000000" pitchFamily="18" charset="-128"/>
            </a:endParaRPr>
          </a:p>
          <a:p>
            <a:r>
              <a:rPr kumimoji="1" lang="ja-JP" altLang="en-US" dirty="0">
                <a:latin typeface="LINE Seed JP_TTF Bold" panose="02020700000000000000" pitchFamily="18" charset="-128"/>
                <a:ea typeface="LINE Seed JP_TTF Bold" panose="02020700000000000000" pitchFamily="18" charset="-128"/>
              </a:rPr>
              <a:t>　</a:t>
            </a:r>
            <a:r>
              <a:rPr kumimoji="1" lang="en-US" altLang="ja-JP" dirty="0">
                <a:latin typeface="LINE Seed JP_TTF Bold" panose="02020700000000000000" pitchFamily="18" charset="-128"/>
                <a:ea typeface="LINE Seed JP_TTF Bold" panose="02020700000000000000" pitchFamily="18" charset="-128"/>
              </a:rPr>
              <a:t>1-3. </a:t>
            </a:r>
            <a:r>
              <a:rPr lang="ja-JP" altLang="en-US" dirty="0">
                <a:latin typeface="LINE Seed JP_TTF Bold" panose="02020700000000000000" pitchFamily="18" charset="-128"/>
                <a:ea typeface="LINE Seed JP_TTF Bold" panose="02020700000000000000" pitchFamily="18" charset="-128"/>
              </a:rPr>
              <a:t>その他、レコードの追加</a:t>
            </a:r>
            <a:r>
              <a:rPr lang="en-US" altLang="ja-JP" dirty="0">
                <a:latin typeface="LINE Seed JP_TTF Bold" panose="02020700000000000000" pitchFamily="18" charset="-128"/>
                <a:ea typeface="LINE Seed JP_TTF Bold" panose="02020700000000000000" pitchFamily="18" charset="-128"/>
              </a:rPr>
              <a:t>/</a:t>
            </a:r>
            <a:r>
              <a:rPr lang="ja-JP" altLang="en-US" dirty="0">
                <a:latin typeface="LINE Seed JP_TTF Bold" panose="02020700000000000000" pitchFamily="18" charset="-128"/>
                <a:ea typeface="LINE Seed JP_TTF Bold" panose="02020700000000000000" pitchFamily="18" charset="-128"/>
              </a:rPr>
              <a:t>削除、マッチングスコアの確認が可能</a:t>
            </a:r>
            <a:endParaRPr kumimoji="1" lang="en-US" altLang="ja-JP" dirty="0">
              <a:latin typeface="LINE Seed JP_TTF Bold" panose="02020700000000000000" pitchFamily="18" charset="-128"/>
              <a:ea typeface="LINE Seed JP_TTF Bold" panose="02020700000000000000" pitchFamily="18" charset="-128"/>
            </a:endParaRPr>
          </a:p>
          <a:p>
            <a:endParaRPr kumimoji="1" lang="en-US" altLang="ja-JP" dirty="0">
              <a:latin typeface="LINE Seed JP_TTF Bold" panose="02020700000000000000" pitchFamily="18" charset="-128"/>
              <a:ea typeface="LINE Seed JP_TTF Bold" panose="02020700000000000000" pitchFamily="18" charset="-128"/>
            </a:endParaRPr>
          </a:p>
          <a:p>
            <a:r>
              <a:rPr lang="en-US" altLang="ja-JP" dirty="0">
                <a:latin typeface="LINE Seed JP_TTF Bold" panose="02020700000000000000" pitchFamily="18" charset="-128"/>
                <a:ea typeface="LINE Seed JP_TTF Bold" panose="02020700000000000000" pitchFamily="18" charset="-128"/>
              </a:rPr>
              <a:t>2. </a:t>
            </a:r>
            <a:r>
              <a:rPr lang="ja-JP" altLang="en-US" dirty="0">
                <a:latin typeface="LINE Seed JP_TTF Bold" panose="02020700000000000000" pitchFamily="18" charset="-128"/>
                <a:ea typeface="LINE Seed JP_TTF Bold" panose="02020700000000000000" pitchFamily="18" charset="-128"/>
              </a:rPr>
              <a:t>レコードフィルタ機能</a:t>
            </a:r>
            <a:r>
              <a:rPr lang="en-US" altLang="ja-JP" dirty="0">
                <a:latin typeface="LINE Seed JP_TTF Bold" panose="02020700000000000000" pitchFamily="18" charset="-128"/>
                <a:ea typeface="LINE Seed JP_TTF Bold" panose="02020700000000000000" pitchFamily="18" charset="-128"/>
              </a:rPr>
              <a:t>※</a:t>
            </a:r>
            <a:r>
              <a:rPr lang="ja-JP" altLang="en-US" dirty="0">
                <a:latin typeface="LINE Seed JP_TTF Bold" panose="02020700000000000000" pitchFamily="18" charset="-128"/>
                <a:ea typeface="LINE Seed JP_TTF Bold" panose="02020700000000000000" pitchFamily="18" charset="-128"/>
              </a:rPr>
              <a:t>画面下部のボタンがフィルタモード</a:t>
            </a:r>
            <a:r>
              <a:rPr lang="en-US" altLang="ja-JP" dirty="0">
                <a:latin typeface="LINE Seed JP_TTF Bold" panose="02020700000000000000" pitchFamily="18" charset="-128"/>
                <a:ea typeface="LINE Seed JP_TTF Bold" panose="02020700000000000000" pitchFamily="18" charset="-128"/>
              </a:rPr>
              <a:t>(</a:t>
            </a:r>
            <a:r>
              <a:rPr lang="ja-JP" altLang="en-US" dirty="0">
                <a:latin typeface="LINE Seed JP_TTF Bold" panose="02020700000000000000" pitchFamily="18" charset="-128"/>
                <a:ea typeface="LINE Seed JP_TTF Bold" panose="02020700000000000000" pitchFamily="18" charset="-128"/>
              </a:rPr>
              <a:t>　　</a:t>
            </a:r>
            <a:r>
              <a:rPr lang="en-US" altLang="ja-JP" dirty="0">
                <a:latin typeface="LINE Seed JP_TTF Bold" panose="02020700000000000000" pitchFamily="18" charset="-128"/>
                <a:ea typeface="LINE Seed JP_TTF Bold" panose="02020700000000000000" pitchFamily="18" charset="-128"/>
              </a:rPr>
              <a:t>)</a:t>
            </a:r>
            <a:r>
              <a:rPr lang="ja-JP" altLang="en-US" dirty="0">
                <a:latin typeface="LINE Seed JP_TTF Bold" panose="02020700000000000000" pitchFamily="18" charset="-128"/>
                <a:ea typeface="LINE Seed JP_TTF Bold" panose="02020700000000000000" pitchFamily="18" charset="-128"/>
              </a:rPr>
              <a:t>時</a:t>
            </a:r>
            <a:endParaRPr lang="en-US" altLang="ja-JP" dirty="0">
              <a:latin typeface="LINE Seed JP_TTF Bold" panose="02020700000000000000" pitchFamily="18" charset="-128"/>
              <a:ea typeface="LINE Seed JP_TTF Bold" panose="02020700000000000000" pitchFamily="18" charset="-128"/>
            </a:endParaRPr>
          </a:p>
          <a:p>
            <a:r>
              <a:rPr kumimoji="1" lang="ja-JP" altLang="en-US" dirty="0">
                <a:latin typeface="LINE Seed JP_TTF Bold" panose="02020700000000000000" pitchFamily="18" charset="-128"/>
                <a:ea typeface="LINE Seed JP_TTF Bold" panose="02020700000000000000" pitchFamily="18" charset="-128"/>
              </a:rPr>
              <a:t>　</a:t>
            </a:r>
            <a:r>
              <a:rPr kumimoji="1" lang="en-US" altLang="ja-JP" dirty="0">
                <a:latin typeface="LINE Seed JP_TTF Bold" panose="02020700000000000000" pitchFamily="18" charset="-128"/>
                <a:ea typeface="LINE Seed JP_TTF Bold" panose="02020700000000000000" pitchFamily="18" charset="-128"/>
              </a:rPr>
              <a:t>2-1. </a:t>
            </a:r>
            <a:r>
              <a:rPr kumimoji="1" lang="ja-JP" altLang="en-US" dirty="0">
                <a:latin typeface="LINE Seed JP_TTF Bold" panose="02020700000000000000" pitchFamily="18" charset="-128"/>
                <a:ea typeface="LINE Seed JP_TTF Bold" panose="02020700000000000000" pitchFamily="18" charset="-128"/>
              </a:rPr>
              <a:t>レコード左端の</a:t>
            </a:r>
            <a:r>
              <a:rPr kumimoji="1" lang="en-US" altLang="ja-JP" dirty="0">
                <a:latin typeface="LINE Seed JP_TTF Bold" panose="02020700000000000000" pitchFamily="18" charset="-128"/>
                <a:ea typeface="LINE Seed JP_TTF Bold" panose="02020700000000000000" pitchFamily="18" charset="-128"/>
              </a:rPr>
              <a:t>WIN/LOSE</a:t>
            </a:r>
            <a:r>
              <a:rPr kumimoji="1" lang="ja-JP" altLang="en-US" dirty="0">
                <a:latin typeface="LINE Seed JP_TTF Bold" panose="02020700000000000000" pitchFamily="18" charset="-128"/>
                <a:ea typeface="LINE Seed JP_TTF Bold" panose="02020700000000000000" pitchFamily="18" charset="-128"/>
              </a:rPr>
              <a:t>を押すと</a:t>
            </a:r>
            <a:r>
              <a:rPr kumimoji="1" lang="en-US" altLang="ja-JP" dirty="0">
                <a:latin typeface="LINE Seed JP_TTF Bold" panose="02020700000000000000" pitchFamily="18" charset="-128"/>
                <a:ea typeface="LINE Seed JP_TTF Bold" panose="02020700000000000000" pitchFamily="18" charset="-128"/>
              </a:rPr>
              <a:t>WIN/LOSE</a:t>
            </a:r>
            <a:r>
              <a:rPr kumimoji="1" lang="ja-JP" altLang="en-US" dirty="0">
                <a:latin typeface="LINE Seed JP_TTF Bold" panose="02020700000000000000" pitchFamily="18" charset="-128"/>
                <a:ea typeface="LINE Seed JP_TTF Bold" panose="02020700000000000000" pitchFamily="18" charset="-128"/>
              </a:rPr>
              <a:t>でフィルタ</a:t>
            </a:r>
            <a:endParaRPr kumimoji="1" lang="en-US" altLang="ja-JP" dirty="0">
              <a:latin typeface="LINE Seed JP_TTF Bold" panose="02020700000000000000" pitchFamily="18" charset="-128"/>
              <a:ea typeface="LINE Seed JP_TTF Bold" panose="02020700000000000000" pitchFamily="18" charset="-128"/>
            </a:endParaRPr>
          </a:p>
          <a:p>
            <a:r>
              <a:rPr lang="ja-JP" altLang="en-US" dirty="0">
                <a:latin typeface="LINE Seed JP_TTF Bold" panose="02020700000000000000" pitchFamily="18" charset="-128"/>
                <a:ea typeface="LINE Seed JP_TTF Bold" panose="02020700000000000000" pitchFamily="18" charset="-128"/>
              </a:rPr>
              <a:t>　</a:t>
            </a:r>
            <a:r>
              <a:rPr lang="en-US" altLang="ja-JP" dirty="0">
                <a:latin typeface="LINE Seed JP_TTF Bold" panose="02020700000000000000" pitchFamily="18" charset="-128"/>
                <a:ea typeface="LINE Seed JP_TTF Bold" panose="02020700000000000000" pitchFamily="18" charset="-128"/>
              </a:rPr>
              <a:t>2-2. </a:t>
            </a:r>
            <a:r>
              <a:rPr lang="ja-JP" altLang="en-US" dirty="0">
                <a:latin typeface="LINE Seed JP_TTF Bold" panose="02020700000000000000" pitchFamily="18" charset="-128"/>
                <a:ea typeface="LINE Seed JP_TTF Bold" panose="02020700000000000000" pitchFamily="18" charset="-128"/>
              </a:rPr>
              <a:t>レコード中の任意のモンスターを押すと対象モンスターでフィルタ</a:t>
            </a:r>
            <a:endParaRPr lang="en-US" altLang="ja-JP" dirty="0">
              <a:latin typeface="LINE Seed JP_TTF Bold" panose="02020700000000000000" pitchFamily="18" charset="-128"/>
              <a:ea typeface="LINE Seed JP_TTF Bold" panose="02020700000000000000" pitchFamily="18" charset="-128"/>
            </a:endParaRPr>
          </a:p>
          <a:p>
            <a:r>
              <a:rPr kumimoji="1" lang="ja-JP" altLang="en-US" dirty="0">
                <a:latin typeface="LINE Seed JP_TTF Bold" panose="02020700000000000000" pitchFamily="18" charset="-128"/>
                <a:ea typeface="LINE Seed JP_TTF Bold" panose="02020700000000000000" pitchFamily="18" charset="-128"/>
              </a:rPr>
              <a:t>　</a:t>
            </a:r>
            <a:r>
              <a:rPr kumimoji="1" lang="en-US" altLang="ja-JP" dirty="0">
                <a:latin typeface="LINE Seed JP_TTF Bold" panose="02020700000000000000" pitchFamily="18" charset="-128"/>
                <a:ea typeface="LINE Seed JP_TTF Bold" panose="02020700000000000000" pitchFamily="18" charset="-128"/>
              </a:rPr>
              <a:t>2-3. </a:t>
            </a:r>
            <a:r>
              <a:rPr kumimoji="1" lang="ja-JP" altLang="en-US" dirty="0">
                <a:latin typeface="LINE Seed JP_TTF Bold" panose="02020700000000000000" pitchFamily="18" charset="-128"/>
                <a:ea typeface="LINE Seed JP_TTF Bold" panose="02020700000000000000" pitchFamily="18" charset="-128"/>
              </a:rPr>
              <a:t>画面上部のフィルタ欄の</a:t>
            </a:r>
            <a:r>
              <a:rPr lang="ja-JP" altLang="en-US" dirty="0">
                <a:latin typeface="LINE Seed JP_TTF Bold" panose="02020700000000000000" pitchFamily="18" charset="-128"/>
                <a:ea typeface="LINE Seed JP_TTF Bold" panose="02020700000000000000" pitchFamily="18" charset="-128"/>
              </a:rPr>
              <a:t>フィルタ条件</a:t>
            </a:r>
            <a:r>
              <a:rPr lang="en-US" altLang="ja-JP" dirty="0">
                <a:latin typeface="LINE Seed JP_TTF Bold" panose="02020700000000000000" pitchFamily="18" charset="-128"/>
                <a:ea typeface="LINE Seed JP_TTF Bold" panose="02020700000000000000" pitchFamily="18" charset="-128"/>
              </a:rPr>
              <a:t>/CLEAR</a:t>
            </a:r>
            <a:r>
              <a:rPr lang="ja-JP" altLang="en-US" dirty="0">
                <a:latin typeface="LINE Seed JP_TTF Bold" panose="02020700000000000000" pitchFamily="18" charset="-128"/>
                <a:ea typeface="LINE Seed JP_TTF Bold" panose="02020700000000000000" pitchFamily="18" charset="-128"/>
              </a:rPr>
              <a:t>ボタンで解除</a:t>
            </a:r>
            <a:endParaRPr kumimoji="1" lang="en-US" altLang="ja-JP" dirty="0">
              <a:latin typeface="LINE Seed JP_TTF Bold" panose="02020700000000000000" pitchFamily="18" charset="-128"/>
              <a:ea typeface="LINE Seed JP_TTF Bold" panose="02020700000000000000" pitchFamily="18" charset="-128"/>
            </a:endParaRPr>
          </a:p>
          <a:p>
            <a:endParaRPr kumimoji="1" lang="en-US" altLang="ja-JP" dirty="0">
              <a:latin typeface="LINE Seed JP_TTF Bold" panose="02020700000000000000" pitchFamily="18" charset="-128"/>
              <a:ea typeface="LINE Seed JP_TTF Bold" panose="02020700000000000000" pitchFamily="18" charset="-128"/>
            </a:endParaRPr>
          </a:p>
          <a:p>
            <a:r>
              <a:rPr lang="en-US" altLang="ja-JP" dirty="0">
                <a:latin typeface="LINE Seed JP_TTF Bold" panose="02020700000000000000" pitchFamily="18" charset="-128"/>
                <a:ea typeface="LINE Seed JP_TTF Bold" panose="02020700000000000000" pitchFamily="18" charset="-128"/>
              </a:rPr>
              <a:t>3. </a:t>
            </a:r>
            <a:r>
              <a:rPr lang="ja-JP" altLang="en-US" dirty="0">
                <a:latin typeface="LINE Seed JP_TTF Bold" panose="02020700000000000000" pitchFamily="18" charset="-128"/>
                <a:ea typeface="LINE Seed JP_TTF Bold" panose="02020700000000000000" pitchFamily="18" charset="-128"/>
              </a:rPr>
              <a:t>レコード集計機能</a:t>
            </a:r>
            <a:endParaRPr lang="en-US" altLang="ja-JP" dirty="0">
              <a:latin typeface="LINE Seed JP_TTF Bold" panose="02020700000000000000" pitchFamily="18" charset="-128"/>
              <a:ea typeface="LINE Seed JP_TTF Bold" panose="02020700000000000000" pitchFamily="18" charset="-128"/>
            </a:endParaRPr>
          </a:p>
          <a:p>
            <a:r>
              <a:rPr kumimoji="1" lang="ja-JP" altLang="en-US" dirty="0">
                <a:latin typeface="LINE Seed JP_TTF Bold" panose="02020700000000000000" pitchFamily="18" charset="-128"/>
                <a:ea typeface="LINE Seed JP_TTF Bold" panose="02020700000000000000" pitchFamily="18" charset="-128"/>
              </a:rPr>
              <a:t>　</a:t>
            </a:r>
            <a:r>
              <a:rPr kumimoji="1" lang="en-US" altLang="ja-JP" dirty="0">
                <a:latin typeface="LINE Seed JP_TTF Bold" panose="02020700000000000000" pitchFamily="18" charset="-128"/>
                <a:ea typeface="LINE Seed JP_TTF Bold" panose="02020700000000000000" pitchFamily="18" charset="-128"/>
              </a:rPr>
              <a:t>3-1. </a:t>
            </a:r>
            <a:r>
              <a:rPr kumimoji="1" lang="ja-JP" altLang="en-US" dirty="0">
                <a:latin typeface="LINE Seed JP_TTF Bold" panose="02020700000000000000" pitchFamily="18" charset="-128"/>
                <a:ea typeface="LINE Seed JP_TTF Bold" panose="02020700000000000000" pitchFamily="18" charset="-128"/>
              </a:rPr>
              <a:t>画面下部右側の虫眼鏡アイコン</a:t>
            </a:r>
            <a:r>
              <a:rPr kumimoji="1" lang="en-US" altLang="ja-JP" dirty="0">
                <a:latin typeface="LINE Seed JP_TTF Bold" panose="02020700000000000000" pitchFamily="18" charset="-128"/>
                <a:ea typeface="LINE Seed JP_TTF Bold" panose="02020700000000000000" pitchFamily="18" charset="-128"/>
              </a:rPr>
              <a:t>(</a:t>
            </a:r>
            <a:r>
              <a:rPr kumimoji="1" lang="ja-JP" altLang="en-US" dirty="0">
                <a:latin typeface="LINE Seed JP_TTF Bold" panose="02020700000000000000" pitchFamily="18" charset="-128"/>
                <a:ea typeface="LINE Seed JP_TTF Bold" panose="02020700000000000000" pitchFamily="18" charset="-128"/>
              </a:rPr>
              <a:t>　　</a:t>
            </a:r>
            <a:r>
              <a:rPr kumimoji="1" lang="en-US" altLang="ja-JP" dirty="0">
                <a:latin typeface="LINE Seed JP_TTF Bold" panose="02020700000000000000" pitchFamily="18" charset="-128"/>
                <a:ea typeface="LINE Seed JP_TTF Bold" panose="02020700000000000000" pitchFamily="18" charset="-128"/>
              </a:rPr>
              <a:t>)</a:t>
            </a:r>
            <a:r>
              <a:rPr kumimoji="1" lang="ja-JP" altLang="en-US" dirty="0">
                <a:latin typeface="LINE Seed JP_TTF Bold" panose="02020700000000000000" pitchFamily="18" charset="-128"/>
                <a:ea typeface="LINE Seed JP_TTF Bold" panose="02020700000000000000" pitchFamily="18" charset="-128"/>
              </a:rPr>
              <a:t>を選択</a:t>
            </a:r>
            <a:endParaRPr kumimoji="1" lang="en-US" altLang="ja-JP" dirty="0">
              <a:latin typeface="LINE Seed JP_TTF Bold" panose="02020700000000000000" pitchFamily="18" charset="-128"/>
              <a:ea typeface="LINE Seed JP_TTF Bold" panose="02020700000000000000" pitchFamily="18" charset="-128"/>
            </a:endParaRPr>
          </a:p>
          <a:p>
            <a:r>
              <a:rPr lang="ja-JP" altLang="en-US" dirty="0">
                <a:latin typeface="LINE Seed JP_TTF Bold" panose="02020700000000000000" pitchFamily="18" charset="-128"/>
                <a:ea typeface="LINE Seed JP_TTF Bold" panose="02020700000000000000" pitchFamily="18" charset="-128"/>
              </a:rPr>
              <a:t>　</a:t>
            </a:r>
            <a:r>
              <a:rPr lang="en-US" altLang="ja-JP" dirty="0">
                <a:latin typeface="LINE Seed JP_TTF Bold" panose="02020700000000000000" pitchFamily="18" charset="-128"/>
                <a:ea typeface="LINE Seed JP_TTF Bold" panose="02020700000000000000" pitchFamily="18" charset="-128"/>
              </a:rPr>
              <a:t>3-2. </a:t>
            </a:r>
            <a:r>
              <a:rPr lang="ja-JP" altLang="en-US" dirty="0">
                <a:latin typeface="LINE Seed JP_TTF Bold" panose="02020700000000000000" pitchFamily="18" charset="-128"/>
                <a:ea typeface="LINE Seed JP_TTF Bold" panose="02020700000000000000" pitchFamily="18" charset="-128"/>
              </a:rPr>
              <a:t>「パーティ集計」もしくは「モンスター集計」を選択</a:t>
            </a:r>
            <a:endParaRPr lang="en-US" altLang="ja-JP" dirty="0">
              <a:latin typeface="LINE Seed JP_TTF Bold" panose="02020700000000000000" pitchFamily="18" charset="-128"/>
              <a:ea typeface="LINE Seed JP_TTF Bold" panose="02020700000000000000" pitchFamily="18" charset="-128"/>
            </a:endParaRPr>
          </a:p>
          <a:p>
            <a:r>
              <a:rPr lang="ja-JP" altLang="en-US" dirty="0">
                <a:latin typeface="LINE Seed JP_TTF Bold" panose="02020700000000000000" pitchFamily="18" charset="-128"/>
                <a:ea typeface="LINE Seed JP_TTF Bold" panose="02020700000000000000" pitchFamily="18" charset="-128"/>
              </a:rPr>
              <a:t>　　①パーティ集計：最新の</a:t>
            </a:r>
            <a:r>
              <a:rPr lang="en-US" altLang="ja-JP" dirty="0">
                <a:latin typeface="LINE Seed JP_TTF Bold" panose="02020700000000000000" pitchFamily="18" charset="-128"/>
                <a:ea typeface="LINE Seed JP_TTF Bold" panose="02020700000000000000" pitchFamily="18" charset="-128"/>
              </a:rPr>
              <a:t>P1</a:t>
            </a:r>
            <a:r>
              <a:rPr lang="ja-JP" altLang="en-US" dirty="0">
                <a:latin typeface="LINE Seed JP_TTF Bold" panose="02020700000000000000" pitchFamily="18" charset="-128"/>
                <a:ea typeface="LINE Seed JP_TTF Bold" panose="02020700000000000000" pitchFamily="18" charset="-128"/>
              </a:rPr>
              <a:t>～</a:t>
            </a:r>
            <a:r>
              <a:rPr lang="en-US" altLang="ja-JP" dirty="0">
                <a:latin typeface="LINE Seed JP_TTF Bold" panose="02020700000000000000" pitchFamily="18" charset="-128"/>
                <a:ea typeface="LINE Seed JP_TTF Bold" panose="02020700000000000000" pitchFamily="18" charset="-128"/>
              </a:rPr>
              <a:t>3</a:t>
            </a:r>
            <a:r>
              <a:rPr lang="ja-JP" altLang="en-US" dirty="0">
                <a:latin typeface="LINE Seed JP_TTF Bold" panose="02020700000000000000" pitchFamily="18" charset="-128"/>
                <a:ea typeface="LINE Seed JP_TTF Bold" panose="02020700000000000000" pitchFamily="18" charset="-128"/>
              </a:rPr>
              <a:t>以外の過去のパーティ戦績が確認できる</a:t>
            </a:r>
            <a:endParaRPr lang="en-US" altLang="ja-JP" dirty="0">
              <a:latin typeface="LINE Seed JP_TTF Bold" panose="02020700000000000000" pitchFamily="18" charset="-128"/>
              <a:ea typeface="LINE Seed JP_TTF Bold" panose="02020700000000000000" pitchFamily="18" charset="-128"/>
            </a:endParaRPr>
          </a:p>
          <a:p>
            <a:r>
              <a:rPr kumimoji="1" lang="ja-JP" altLang="en-US" dirty="0">
                <a:latin typeface="LINE Seed JP_TTF Bold" panose="02020700000000000000" pitchFamily="18" charset="-128"/>
                <a:ea typeface="LINE Seed JP_TTF Bold" panose="02020700000000000000" pitchFamily="18" charset="-128"/>
              </a:rPr>
              <a:t>　　②モンスター集計：</a:t>
            </a:r>
            <a:r>
              <a:rPr kumimoji="1" lang="en-US" altLang="ja-JP" dirty="0">
                <a:latin typeface="LINE Seed JP_TTF Bold" panose="02020700000000000000" pitchFamily="18" charset="-128"/>
                <a:ea typeface="LINE Seed JP_TTF Bold" panose="02020700000000000000" pitchFamily="18" charset="-128"/>
              </a:rPr>
              <a:t>24H</a:t>
            </a:r>
            <a:r>
              <a:rPr kumimoji="1" lang="ja-JP" altLang="en-US" dirty="0">
                <a:latin typeface="LINE Seed JP_TTF Bold" panose="02020700000000000000" pitchFamily="18" charset="-128"/>
                <a:ea typeface="LINE Seed JP_TTF Bold" panose="02020700000000000000" pitchFamily="18" charset="-128"/>
              </a:rPr>
              <a:t>単位のモンスター出現率や勝率が確認できる</a:t>
            </a:r>
            <a:endParaRPr kumimoji="1" lang="en-US" altLang="ja-JP" dirty="0">
              <a:latin typeface="LINE Seed JP_TTF Bold" panose="02020700000000000000" pitchFamily="18" charset="-128"/>
              <a:ea typeface="LINE Seed JP_TTF Bold" panose="02020700000000000000" pitchFamily="18" charset="-128"/>
            </a:endParaRPr>
          </a:p>
        </p:txBody>
      </p:sp>
      <p:pic>
        <p:nvPicPr>
          <p:cNvPr id="5" name="図 4">
            <a:extLst>
              <a:ext uri="{FF2B5EF4-FFF2-40B4-BE49-F238E27FC236}">
                <a16:creationId xmlns:a16="http://schemas.microsoft.com/office/drawing/2014/main" id="{21605A71-E89F-D35F-C9A2-D1FA005E19BC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214946" y="3894805"/>
            <a:ext cx="1315736" cy="2880000"/>
          </a:xfrm>
          <a:prstGeom prst="rect">
            <a:avLst/>
          </a:prstGeom>
        </p:spPr>
      </p:pic>
      <p:pic>
        <p:nvPicPr>
          <p:cNvPr id="9" name="図 8">
            <a:extLst>
              <a:ext uri="{FF2B5EF4-FFF2-40B4-BE49-F238E27FC236}">
                <a16:creationId xmlns:a16="http://schemas.microsoft.com/office/drawing/2014/main" id="{CBF88DAA-3308-7616-5792-897F5E5DB9FB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429358" y="684827"/>
            <a:ext cx="1315736" cy="2880000"/>
          </a:xfrm>
          <a:prstGeom prst="rect">
            <a:avLst/>
          </a:prstGeom>
        </p:spPr>
      </p:pic>
      <p:pic>
        <p:nvPicPr>
          <p:cNvPr id="11" name="図 10">
            <a:extLst>
              <a:ext uri="{FF2B5EF4-FFF2-40B4-BE49-F238E27FC236}">
                <a16:creationId xmlns:a16="http://schemas.microsoft.com/office/drawing/2014/main" id="{7583A8DD-D857-06C0-FA11-E15E362E17A0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802955" y="673113"/>
            <a:ext cx="1315736" cy="2880000"/>
          </a:xfrm>
          <a:prstGeom prst="rect">
            <a:avLst/>
          </a:prstGeom>
        </p:spPr>
      </p:pic>
      <p:pic>
        <p:nvPicPr>
          <p:cNvPr id="13" name="図 12">
            <a:extLst>
              <a:ext uri="{FF2B5EF4-FFF2-40B4-BE49-F238E27FC236}">
                <a16:creationId xmlns:a16="http://schemas.microsoft.com/office/drawing/2014/main" id="{5F2EDBB5-044F-EBD8-41A5-2227C68F3580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784697" y="3894805"/>
            <a:ext cx="1315736" cy="2880000"/>
          </a:xfrm>
          <a:prstGeom prst="rect">
            <a:avLst/>
          </a:prstGeom>
        </p:spPr>
      </p:pic>
      <p:pic>
        <p:nvPicPr>
          <p:cNvPr id="15" name="図 14">
            <a:extLst>
              <a:ext uri="{FF2B5EF4-FFF2-40B4-BE49-F238E27FC236}">
                <a16:creationId xmlns:a16="http://schemas.microsoft.com/office/drawing/2014/main" id="{1C79C4DC-DD4A-BD6E-8581-9D4328D6F56D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78069" y="1119387"/>
            <a:ext cx="432000" cy="432000"/>
          </a:xfrm>
          <a:prstGeom prst="rect">
            <a:avLst/>
          </a:prstGeom>
        </p:spPr>
      </p:pic>
      <p:pic>
        <p:nvPicPr>
          <p:cNvPr id="17" name="図 16">
            <a:extLst>
              <a:ext uri="{FF2B5EF4-FFF2-40B4-BE49-F238E27FC236}">
                <a16:creationId xmlns:a16="http://schemas.microsoft.com/office/drawing/2014/main" id="{D68C6C6F-47C6-7797-CBBD-A427486BDBD0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961923" y="2490285"/>
            <a:ext cx="432000" cy="432000"/>
          </a:xfrm>
          <a:prstGeom prst="rect">
            <a:avLst/>
          </a:prstGeom>
        </p:spPr>
      </p:pic>
      <p:pic>
        <p:nvPicPr>
          <p:cNvPr id="19" name="図 18">
            <a:extLst>
              <a:ext uri="{FF2B5EF4-FFF2-40B4-BE49-F238E27FC236}">
                <a16:creationId xmlns:a16="http://schemas.microsoft.com/office/drawing/2014/main" id="{AE06AC10-10D8-FA0E-AB88-8EAE8C4E0FE1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439398" y="4094258"/>
            <a:ext cx="432000" cy="432000"/>
          </a:xfrm>
          <a:prstGeom prst="rect">
            <a:avLst/>
          </a:prstGeom>
        </p:spPr>
      </p:pic>
      <p:sp>
        <p:nvSpPr>
          <p:cNvPr id="24" name="テキスト ボックス 23">
            <a:extLst>
              <a:ext uri="{FF2B5EF4-FFF2-40B4-BE49-F238E27FC236}">
                <a16:creationId xmlns:a16="http://schemas.microsoft.com/office/drawing/2014/main" id="{9F5D1E4E-6A84-2A5D-73F1-47DC14D79397}"/>
              </a:ext>
            </a:extLst>
          </p:cNvPr>
          <p:cNvSpPr txBox="1"/>
          <p:nvPr/>
        </p:nvSpPr>
        <p:spPr>
          <a:xfrm>
            <a:off x="8784697" y="3621383"/>
            <a:ext cx="2745985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ja-JP" sz="1600" dirty="0">
                <a:latin typeface="LINE Seed JP_TTF Bold" panose="02020700000000000000" pitchFamily="18" charset="-128"/>
                <a:ea typeface="LINE Seed JP_TTF Bold" panose="02020700000000000000" pitchFamily="18" charset="-128"/>
              </a:rPr>
              <a:t>3.</a:t>
            </a:r>
            <a:endParaRPr kumimoji="1" lang="ja-JP" altLang="en-US" sz="1600" dirty="0">
              <a:latin typeface="LINE Seed JP_TTF Bold" panose="02020700000000000000" pitchFamily="18" charset="-128"/>
              <a:ea typeface="LINE Seed JP_TTF Bold" panose="02020700000000000000" pitchFamily="18" charset="-128"/>
            </a:endParaRPr>
          </a:p>
        </p:txBody>
      </p:sp>
      <p:sp>
        <p:nvSpPr>
          <p:cNvPr id="25" name="テキスト ボックス 24">
            <a:extLst>
              <a:ext uri="{FF2B5EF4-FFF2-40B4-BE49-F238E27FC236}">
                <a16:creationId xmlns:a16="http://schemas.microsoft.com/office/drawing/2014/main" id="{636F7867-3EEA-E744-EC42-BC3E8E1E08F8}"/>
              </a:ext>
            </a:extLst>
          </p:cNvPr>
          <p:cNvSpPr txBox="1"/>
          <p:nvPr/>
        </p:nvSpPr>
        <p:spPr>
          <a:xfrm>
            <a:off x="10745094" y="386164"/>
            <a:ext cx="986802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ja-JP" sz="1600" dirty="0">
                <a:latin typeface="LINE Seed JP_TTF Bold" panose="02020700000000000000" pitchFamily="18" charset="-128"/>
                <a:ea typeface="LINE Seed JP_TTF Bold" panose="02020700000000000000" pitchFamily="18" charset="-128"/>
              </a:rPr>
              <a:t>2.</a:t>
            </a:r>
            <a:endParaRPr kumimoji="1" lang="ja-JP" altLang="en-US" sz="1600" dirty="0">
              <a:latin typeface="LINE Seed JP_TTF Bold" panose="02020700000000000000" pitchFamily="18" charset="-128"/>
              <a:ea typeface="LINE Seed JP_TTF Bold" panose="02020700000000000000" pitchFamily="18" charset="-128"/>
            </a:endParaRPr>
          </a:p>
        </p:txBody>
      </p:sp>
      <p:sp>
        <p:nvSpPr>
          <p:cNvPr id="26" name="テキスト ボックス 25">
            <a:extLst>
              <a:ext uri="{FF2B5EF4-FFF2-40B4-BE49-F238E27FC236}">
                <a16:creationId xmlns:a16="http://schemas.microsoft.com/office/drawing/2014/main" id="{749F43CF-8103-6109-F255-D0C832095B58}"/>
              </a:ext>
            </a:extLst>
          </p:cNvPr>
          <p:cNvSpPr txBox="1"/>
          <p:nvPr/>
        </p:nvSpPr>
        <p:spPr>
          <a:xfrm>
            <a:off x="8055761" y="388331"/>
            <a:ext cx="2689333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ja-JP" sz="1600" dirty="0">
                <a:latin typeface="LINE Seed JP_TTF Bold" panose="02020700000000000000" pitchFamily="18" charset="-128"/>
                <a:ea typeface="LINE Seed JP_TTF Bold" panose="02020700000000000000" pitchFamily="18" charset="-128"/>
              </a:rPr>
              <a:t>1.</a:t>
            </a:r>
            <a:endParaRPr kumimoji="1" lang="ja-JP" altLang="en-US" sz="1600" dirty="0">
              <a:latin typeface="LINE Seed JP_TTF Bold" panose="02020700000000000000" pitchFamily="18" charset="-128"/>
              <a:ea typeface="LINE Seed JP_TTF Bold" panose="02020700000000000000" pitchFamily="18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32710549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39931B4-7A8A-595C-42B1-76B754356C7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ボックス 1">
            <a:extLst>
              <a:ext uri="{FF2B5EF4-FFF2-40B4-BE49-F238E27FC236}">
                <a16:creationId xmlns:a16="http://schemas.microsoft.com/office/drawing/2014/main" id="{95D84F53-D300-52EB-5042-2EF9EE62391D}"/>
              </a:ext>
            </a:extLst>
          </p:cNvPr>
          <p:cNvSpPr txBox="1"/>
          <p:nvPr/>
        </p:nvSpPr>
        <p:spPr>
          <a:xfrm>
            <a:off x="285306" y="435566"/>
            <a:ext cx="11621387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ja-JP" sz="2400" dirty="0">
                <a:latin typeface="LINE Seed JP_TTF ExtraBold" panose="02020800000000000000" pitchFamily="18" charset="-128"/>
                <a:ea typeface="LINE Seed JP_TTF ExtraBold" panose="02020800000000000000" pitchFamily="18" charset="-128"/>
              </a:rPr>
              <a:t>NakamonREC v1.5.0 </a:t>
            </a:r>
            <a:r>
              <a:rPr lang="ja-JP" altLang="en-US" sz="2400" dirty="0">
                <a:latin typeface="LINE Seed JP_TTF ExtraBold" panose="02020800000000000000" pitchFamily="18" charset="-128"/>
                <a:ea typeface="LINE Seed JP_TTF ExtraBold" panose="02020800000000000000" pitchFamily="18" charset="-128"/>
              </a:rPr>
              <a:t>自動記録されず困ったときは</a:t>
            </a:r>
            <a:endParaRPr kumimoji="1" lang="ja-JP" altLang="en-US" sz="2400" dirty="0">
              <a:latin typeface="LINE Seed JP_TTF ExtraBold" panose="02020800000000000000" pitchFamily="18" charset="-128"/>
              <a:ea typeface="LINE Seed JP_TTF ExtraBold" panose="02020800000000000000" pitchFamily="18" charset="-128"/>
            </a:endParaRPr>
          </a:p>
        </p:txBody>
      </p:sp>
      <p:sp>
        <p:nvSpPr>
          <p:cNvPr id="3" name="テキスト ボックス 2">
            <a:extLst>
              <a:ext uri="{FF2B5EF4-FFF2-40B4-BE49-F238E27FC236}">
                <a16:creationId xmlns:a16="http://schemas.microsoft.com/office/drawing/2014/main" id="{74B6DFC0-F53F-73B3-3195-24D7041D67BB}"/>
              </a:ext>
            </a:extLst>
          </p:cNvPr>
          <p:cNvSpPr txBox="1"/>
          <p:nvPr/>
        </p:nvSpPr>
        <p:spPr>
          <a:xfrm>
            <a:off x="285306" y="1212112"/>
            <a:ext cx="7998082" cy="535531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ja-JP" dirty="0">
                <a:latin typeface="LINE Seed JP_TTF Bold" panose="02020700000000000000" pitchFamily="18" charset="-128"/>
                <a:ea typeface="LINE Seed JP_TTF Bold" panose="02020700000000000000" pitchFamily="18" charset="-128"/>
              </a:rPr>
              <a:t>1. </a:t>
            </a:r>
            <a:r>
              <a:rPr kumimoji="1" lang="ja-JP" altLang="en-US" dirty="0">
                <a:latin typeface="LINE Seed JP_TTF Bold" panose="02020700000000000000" pitchFamily="18" charset="-128"/>
                <a:ea typeface="LINE Seed JP_TTF Bold" panose="02020700000000000000" pitchFamily="18" charset="-128"/>
              </a:rPr>
              <a:t>画面校正を行っているか確認する</a:t>
            </a:r>
            <a:br>
              <a:rPr kumimoji="1" lang="en-US" altLang="ja-JP" dirty="0">
                <a:latin typeface="LINE Seed JP_TTF Bold" panose="02020700000000000000" pitchFamily="18" charset="-128"/>
                <a:ea typeface="LINE Seed JP_TTF Bold" panose="02020700000000000000" pitchFamily="18" charset="-128"/>
              </a:rPr>
            </a:br>
            <a:r>
              <a:rPr kumimoji="1" lang="ja-JP" altLang="en-US" dirty="0">
                <a:latin typeface="LINE Seed JP_TTF Bold" panose="02020700000000000000" pitchFamily="18" charset="-128"/>
                <a:ea typeface="LINE Seed JP_TTF Bold" panose="02020700000000000000" pitchFamily="18" charset="-128"/>
              </a:rPr>
              <a:t>　→とくにパーティ選択画面は</a:t>
            </a:r>
            <a:r>
              <a:rPr kumimoji="1" lang="en-US" altLang="ja-JP" dirty="0">
                <a:latin typeface="LINE Seed JP_TTF Bold" panose="02020700000000000000" pitchFamily="18" charset="-128"/>
                <a:ea typeface="LINE Seed JP_TTF Bold" panose="02020700000000000000" pitchFamily="18" charset="-128"/>
              </a:rPr>
              <a:t>P1</a:t>
            </a:r>
            <a:r>
              <a:rPr kumimoji="1" lang="ja-JP" altLang="en-US" dirty="0">
                <a:latin typeface="LINE Seed JP_TTF Bold" panose="02020700000000000000" pitchFamily="18" charset="-128"/>
                <a:ea typeface="LINE Seed JP_TTF Bold" panose="02020700000000000000" pitchFamily="18" charset="-128"/>
              </a:rPr>
              <a:t>～</a:t>
            </a:r>
            <a:r>
              <a:rPr kumimoji="1" lang="en-US" altLang="ja-JP" dirty="0">
                <a:latin typeface="LINE Seed JP_TTF Bold" panose="02020700000000000000" pitchFamily="18" charset="-128"/>
                <a:ea typeface="LINE Seed JP_TTF Bold" panose="02020700000000000000" pitchFamily="18" charset="-128"/>
              </a:rPr>
              <a:t>3</a:t>
            </a:r>
            <a:r>
              <a:rPr kumimoji="1" lang="ja-JP" altLang="en-US" dirty="0">
                <a:latin typeface="LINE Seed JP_TTF Bold" panose="02020700000000000000" pitchFamily="18" charset="-128"/>
                <a:ea typeface="LINE Seed JP_TTF Bold" panose="02020700000000000000" pitchFamily="18" charset="-128"/>
              </a:rPr>
              <a:t>いずれかにフォーカスを当てて</a:t>
            </a:r>
            <a:endParaRPr lang="en-US" altLang="ja-JP" dirty="0">
              <a:latin typeface="LINE Seed JP_TTF Bold" panose="02020700000000000000" pitchFamily="18" charset="-128"/>
              <a:ea typeface="LINE Seed JP_TTF Bold" panose="02020700000000000000" pitchFamily="18" charset="-128"/>
            </a:endParaRPr>
          </a:p>
          <a:p>
            <a:r>
              <a:rPr kumimoji="1" lang="ja-JP" altLang="en-US" dirty="0">
                <a:latin typeface="LINE Seed JP_TTF Bold" panose="02020700000000000000" pitchFamily="18" charset="-128"/>
                <a:ea typeface="LINE Seed JP_TTF Bold" panose="02020700000000000000" pitchFamily="18" charset="-128"/>
              </a:rPr>
              <a:t>　　校正しているか確認してください。</a:t>
            </a:r>
            <a:endParaRPr kumimoji="1" lang="en-US" altLang="ja-JP" dirty="0">
              <a:latin typeface="LINE Seed JP_TTF Bold" panose="02020700000000000000" pitchFamily="18" charset="-128"/>
              <a:ea typeface="LINE Seed JP_TTF Bold" panose="02020700000000000000" pitchFamily="18" charset="-128"/>
            </a:endParaRPr>
          </a:p>
          <a:p>
            <a:endParaRPr kumimoji="1" lang="en-US" altLang="ja-JP" dirty="0">
              <a:latin typeface="LINE Seed JP_TTF Bold" panose="02020700000000000000" pitchFamily="18" charset="-128"/>
              <a:ea typeface="LINE Seed JP_TTF Bold" panose="02020700000000000000" pitchFamily="18" charset="-128"/>
            </a:endParaRPr>
          </a:p>
          <a:p>
            <a:r>
              <a:rPr lang="en-US" altLang="ja-JP" dirty="0">
                <a:latin typeface="LINE Seed JP_TTF Bold" panose="02020700000000000000" pitchFamily="18" charset="-128"/>
                <a:ea typeface="LINE Seed JP_TTF Bold" panose="02020700000000000000" pitchFamily="18" charset="-128"/>
              </a:rPr>
              <a:t>2. </a:t>
            </a:r>
            <a:r>
              <a:rPr lang="ja-JP" altLang="en-US" dirty="0">
                <a:latin typeface="LINE Seed JP_TTF Bold" panose="02020700000000000000" pitchFamily="18" charset="-128"/>
                <a:ea typeface="LINE Seed JP_TTF Bold" panose="02020700000000000000" pitchFamily="18" charset="-128"/>
              </a:rPr>
              <a:t>スマホ解像度を確認する</a:t>
            </a:r>
            <a:endParaRPr lang="en-US" altLang="ja-JP" dirty="0">
              <a:latin typeface="LINE Seed JP_TTF Bold" panose="02020700000000000000" pitchFamily="18" charset="-128"/>
              <a:ea typeface="LINE Seed JP_TTF Bold" panose="02020700000000000000" pitchFamily="18" charset="-128"/>
            </a:endParaRPr>
          </a:p>
          <a:p>
            <a:r>
              <a:rPr kumimoji="1" lang="ja-JP" altLang="en-US" dirty="0">
                <a:latin typeface="LINE Seed JP_TTF Bold" panose="02020700000000000000" pitchFamily="18" charset="-128"/>
                <a:ea typeface="LINE Seed JP_TTF Bold" panose="02020700000000000000" pitchFamily="18" charset="-128"/>
              </a:rPr>
              <a:t>　→スマホによっては省エネモードとして低解像度設定できたり、</a:t>
            </a:r>
            <a:endParaRPr kumimoji="1" lang="en-US" altLang="ja-JP" dirty="0">
              <a:latin typeface="LINE Seed JP_TTF Bold" panose="02020700000000000000" pitchFamily="18" charset="-128"/>
              <a:ea typeface="LINE Seed JP_TTF Bold" panose="02020700000000000000" pitchFamily="18" charset="-128"/>
            </a:endParaRPr>
          </a:p>
          <a:p>
            <a:r>
              <a:rPr lang="ja-JP" altLang="en-US" dirty="0">
                <a:latin typeface="LINE Seed JP_TTF Bold" panose="02020700000000000000" pitchFamily="18" charset="-128"/>
                <a:ea typeface="LINE Seed JP_TTF Bold" panose="02020700000000000000" pitchFamily="18" charset="-128"/>
              </a:rPr>
              <a:t>　　逆に高解像度に設定できたりしますが、本アプリは解像度</a:t>
            </a:r>
            <a:endParaRPr lang="en-US" altLang="ja-JP" dirty="0">
              <a:latin typeface="LINE Seed JP_TTF Bold" panose="02020700000000000000" pitchFamily="18" charset="-128"/>
              <a:ea typeface="LINE Seed JP_TTF Bold" panose="02020700000000000000" pitchFamily="18" charset="-128"/>
            </a:endParaRPr>
          </a:p>
          <a:p>
            <a:r>
              <a:rPr lang="ja-JP" altLang="en-US" dirty="0">
                <a:latin typeface="LINE Seed JP_TTF Bold" panose="02020700000000000000" pitchFamily="18" charset="-128"/>
                <a:ea typeface="LINE Seed JP_TTF Bold" panose="02020700000000000000" pitchFamily="18" charset="-128"/>
              </a:rPr>
              <a:t>　　</a:t>
            </a:r>
            <a:r>
              <a:rPr lang="en-US" altLang="ja-JP" dirty="0">
                <a:latin typeface="LINE Seed JP_TTF Bold" panose="02020700000000000000" pitchFamily="18" charset="-128"/>
                <a:ea typeface="LINE Seed JP_TTF Bold" panose="02020700000000000000" pitchFamily="18" charset="-128"/>
              </a:rPr>
              <a:t>1080x2364</a:t>
            </a:r>
            <a:r>
              <a:rPr lang="ja-JP" altLang="en-US" dirty="0">
                <a:latin typeface="LINE Seed JP_TTF Bold" panose="02020700000000000000" pitchFamily="18" charset="-128"/>
                <a:ea typeface="LINE Seed JP_TTF Bold" panose="02020700000000000000" pitchFamily="18" charset="-128"/>
              </a:rPr>
              <a:t>で開発しています。</a:t>
            </a:r>
            <a:r>
              <a:rPr kumimoji="1" lang="ja-JP" altLang="en-US" dirty="0">
                <a:latin typeface="LINE Seed JP_TTF Bold" panose="02020700000000000000" pitchFamily="18" charset="-128"/>
                <a:ea typeface="LINE Seed JP_TTF Bold" panose="02020700000000000000" pitchFamily="18" charset="-128"/>
              </a:rPr>
              <a:t>お手数ですが上記解像度に</a:t>
            </a:r>
            <a:endParaRPr kumimoji="1" lang="en-US" altLang="ja-JP" dirty="0">
              <a:latin typeface="LINE Seed JP_TTF Bold" panose="02020700000000000000" pitchFamily="18" charset="-128"/>
              <a:ea typeface="LINE Seed JP_TTF Bold" panose="02020700000000000000" pitchFamily="18" charset="-128"/>
            </a:endParaRPr>
          </a:p>
          <a:p>
            <a:r>
              <a:rPr lang="ja-JP" altLang="en-US" dirty="0">
                <a:latin typeface="LINE Seed JP_TTF Bold" panose="02020700000000000000" pitchFamily="18" charset="-128"/>
                <a:ea typeface="LINE Seed JP_TTF Bold" panose="02020700000000000000" pitchFamily="18" charset="-128"/>
              </a:rPr>
              <a:t>　　</a:t>
            </a:r>
            <a:r>
              <a:rPr kumimoji="1" lang="ja-JP" altLang="en-US" dirty="0">
                <a:latin typeface="LINE Seed JP_TTF Bold" panose="02020700000000000000" pitchFamily="18" charset="-128"/>
                <a:ea typeface="LINE Seed JP_TTF Bold" panose="02020700000000000000" pitchFamily="18" charset="-128"/>
              </a:rPr>
              <a:t>近い設定でお使いいただくと自動記録の精度があがります。</a:t>
            </a:r>
            <a:endParaRPr kumimoji="1" lang="en-US" altLang="ja-JP" dirty="0">
              <a:latin typeface="LINE Seed JP_TTF Bold" panose="02020700000000000000" pitchFamily="18" charset="-128"/>
              <a:ea typeface="LINE Seed JP_TTF Bold" panose="02020700000000000000" pitchFamily="18" charset="-128"/>
            </a:endParaRPr>
          </a:p>
          <a:p>
            <a:endParaRPr kumimoji="1" lang="en-US" altLang="ja-JP" dirty="0">
              <a:latin typeface="LINE Seed JP_TTF Bold" panose="02020700000000000000" pitchFamily="18" charset="-128"/>
              <a:ea typeface="LINE Seed JP_TTF Bold" panose="02020700000000000000" pitchFamily="18" charset="-128"/>
            </a:endParaRPr>
          </a:p>
          <a:p>
            <a:r>
              <a:rPr lang="en-US" altLang="ja-JP" dirty="0">
                <a:latin typeface="LINE Seed JP_TTF Bold" panose="02020700000000000000" pitchFamily="18" charset="-128"/>
                <a:ea typeface="LINE Seed JP_TTF Bold" panose="02020700000000000000" pitchFamily="18" charset="-128"/>
              </a:rPr>
              <a:t>3. </a:t>
            </a:r>
            <a:r>
              <a:rPr lang="ja-JP" altLang="en-US" dirty="0">
                <a:latin typeface="LINE Seed JP_TTF Bold" panose="02020700000000000000" pitchFamily="18" charset="-128"/>
                <a:ea typeface="LINE Seed JP_TTF Bold" panose="02020700000000000000" pitchFamily="18" charset="-128"/>
              </a:rPr>
              <a:t>モンスター識別の解析モードを確認する</a:t>
            </a:r>
            <a:endParaRPr lang="en-US" altLang="ja-JP" dirty="0">
              <a:latin typeface="LINE Seed JP_TTF Bold" panose="02020700000000000000" pitchFamily="18" charset="-128"/>
              <a:ea typeface="LINE Seed JP_TTF Bold" panose="02020700000000000000" pitchFamily="18" charset="-128"/>
            </a:endParaRPr>
          </a:p>
          <a:p>
            <a:r>
              <a:rPr lang="ja-JP" altLang="en-US" dirty="0">
                <a:latin typeface="LINE Seed JP_TTF Bold" panose="02020700000000000000" pitchFamily="18" charset="-128"/>
                <a:ea typeface="LINE Seed JP_TTF Bold" panose="02020700000000000000" pitchFamily="18" charset="-128"/>
              </a:rPr>
              <a:t>　→昔のスマホをお使いの方で処理負荷が高いと感じた方は、</a:t>
            </a:r>
            <a:endParaRPr lang="en-US" altLang="ja-JP" dirty="0">
              <a:latin typeface="LINE Seed JP_TTF Bold" panose="02020700000000000000" pitchFamily="18" charset="-128"/>
              <a:ea typeface="LINE Seed JP_TTF Bold" panose="02020700000000000000" pitchFamily="18" charset="-128"/>
            </a:endParaRPr>
          </a:p>
          <a:p>
            <a:r>
              <a:rPr lang="ja-JP" altLang="en-US" dirty="0">
                <a:latin typeface="LINE Seed JP_TTF Bold" panose="02020700000000000000" pitchFamily="18" charset="-128"/>
                <a:ea typeface="LINE Seed JP_TTF Bold" panose="02020700000000000000" pitchFamily="18" charset="-128"/>
              </a:rPr>
              <a:t>　　軽負荷モードをお試しください。通常モードでは全モンスターを</a:t>
            </a:r>
            <a:endParaRPr lang="en-US" altLang="ja-JP" dirty="0">
              <a:latin typeface="LINE Seed JP_TTF Bold" panose="02020700000000000000" pitchFamily="18" charset="-128"/>
              <a:ea typeface="LINE Seed JP_TTF Bold" panose="02020700000000000000" pitchFamily="18" charset="-128"/>
            </a:endParaRPr>
          </a:p>
          <a:p>
            <a:r>
              <a:rPr lang="ja-JP" altLang="en-US" dirty="0">
                <a:latin typeface="LINE Seed JP_TTF Bold" panose="02020700000000000000" pitchFamily="18" charset="-128"/>
                <a:ea typeface="LINE Seed JP_TTF Bold" panose="02020700000000000000" pitchFamily="18" charset="-128"/>
              </a:rPr>
              <a:t>　　マッチング対象としていますが、軽負荷モードではマッチング対象</a:t>
            </a:r>
            <a:endParaRPr lang="en-US" altLang="ja-JP" dirty="0">
              <a:latin typeface="LINE Seed JP_TTF Bold" panose="02020700000000000000" pitchFamily="18" charset="-128"/>
              <a:ea typeface="LINE Seed JP_TTF Bold" panose="02020700000000000000" pitchFamily="18" charset="-128"/>
            </a:endParaRPr>
          </a:p>
          <a:p>
            <a:r>
              <a:rPr lang="ja-JP" altLang="en-US" dirty="0">
                <a:latin typeface="LINE Seed JP_TTF Bold" panose="02020700000000000000" pitchFamily="18" charset="-128"/>
                <a:ea typeface="LINE Seed JP_TTF Bold" panose="02020700000000000000" pitchFamily="18" charset="-128"/>
              </a:rPr>
              <a:t>　　を絞ることで動作を軽くすることが可能です</a:t>
            </a:r>
            <a:endParaRPr lang="en-US" altLang="ja-JP" dirty="0">
              <a:latin typeface="LINE Seed JP_TTF Bold" panose="02020700000000000000" pitchFamily="18" charset="-128"/>
              <a:ea typeface="LINE Seed JP_TTF Bold" panose="02020700000000000000" pitchFamily="18" charset="-128"/>
            </a:endParaRPr>
          </a:p>
          <a:p>
            <a:endParaRPr lang="en-US" altLang="ja-JP" dirty="0">
              <a:latin typeface="LINE Seed JP_TTF Bold" panose="02020700000000000000" pitchFamily="18" charset="-128"/>
              <a:ea typeface="LINE Seed JP_TTF Bold" panose="02020700000000000000" pitchFamily="18" charset="-128"/>
            </a:endParaRPr>
          </a:p>
          <a:p>
            <a:r>
              <a:rPr kumimoji="1" lang="en-US" altLang="ja-JP" dirty="0">
                <a:latin typeface="LINE Seed JP_TTF Bold" panose="02020700000000000000" pitchFamily="18" charset="-128"/>
                <a:ea typeface="LINE Seed JP_TTF Bold" panose="02020700000000000000" pitchFamily="18" charset="-128"/>
              </a:rPr>
              <a:t>4. </a:t>
            </a:r>
            <a:r>
              <a:rPr kumimoji="1" lang="ja-JP" altLang="en-US" dirty="0">
                <a:latin typeface="LINE Seed JP_TTF Bold" panose="02020700000000000000" pitchFamily="18" charset="-128"/>
                <a:ea typeface="LINE Seed JP_TTF Bold" panose="02020700000000000000" pitchFamily="18" charset="-128"/>
              </a:rPr>
              <a:t>マッチングスコアログを確認する</a:t>
            </a:r>
            <a:endParaRPr kumimoji="1" lang="en-US" altLang="ja-JP" dirty="0">
              <a:latin typeface="LINE Seed JP_TTF Bold" panose="02020700000000000000" pitchFamily="18" charset="-128"/>
              <a:ea typeface="LINE Seed JP_TTF Bold" panose="02020700000000000000" pitchFamily="18" charset="-128"/>
            </a:endParaRPr>
          </a:p>
          <a:p>
            <a:r>
              <a:rPr lang="ja-JP" altLang="en-US" dirty="0">
                <a:latin typeface="LINE Seed JP_TTF Bold" panose="02020700000000000000" pitchFamily="18" charset="-128"/>
                <a:ea typeface="LINE Seed JP_TTF Bold" panose="02020700000000000000" pitchFamily="18" charset="-128"/>
              </a:rPr>
              <a:t>　→上記でも自動記録しない場合はお問い合わせください。</a:t>
            </a:r>
            <a:endParaRPr lang="en-US" altLang="ja-JP" dirty="0">
              <a:latin typeface="LINE Seed JP_TTF Bold" panose="02020700000000000000" pitchFamily="18" charset="-128"/>
              <a:ea typeface="LINE Seed JP_TTF Bold" panose="02020700000000000000" pitchFamily="18" charset="-128"/>
            </a:endParaRPr>
          </a:p>
          <a:p>
            <a:r>
              <a:rPr kumimoji="1" lang="ja-JP" altLang="en-US" dirty="0">
                <a:latin typeface="LINE Seed JP_TTF Bold" panose="02020700000000000000" pitchFamily="18" charset="-128"/>
                <a:ea typeface="LINE Seed JP_TTF Bold" panose="02020700000000000000" pitchFamily="18" charset="-128"/>
              </a:rPr>
              <a:t>　　その際、マッチングスコア詳細画面を共有いただけると助かります。</a:t>
            </a:r>
            <a:endParaRPr kumimoji="1" lang="en-US" altLang="ja-JP" dirty="0">
              <a:latin typeface="LINE Seed JP_TTF Bold" panose="02020700000000000000" pitchFamily="18" charset="-128"/>
              <a:ea typeface="LINE Seed JP_TTF Bold" panose="02020700000000000000" pitchFamily="18" charset="-128"/>
            </a:endParaRPr>
          </a:p>
        </p:txBody>
      </p:sp>
      <p:sp>
        <p:nvSpPr>
          <p:cNvPr id="25" name="テキスト ボックス 24">
            <a:extLst>
              <a:ext uri="{FF2B5EF4-FFF2-40B4-BE49-F238E27FC236}">
                <a16:creationId xmlns:a16="http://schemas.microsoft.com/office/drawing/2014/main" id="{F803387B-6DED-DF96-F155-3DF30D6BB3C6}"/>
              </a:ext>
            </a:extLst>
          </p:cNvPr>
          <p:cNvSpPr txBox="1"/>
          <p:nvPr/>
        </p:nvSpPr>
        <p:spPr>
          <a:xfrm>
            <a:off x="10590956" y="1674119"/>
            <a:ext cx="1315736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ja-JP" sz="1600" dirty="0">
                <a:latin typeface="LINE Seed JP_TTF Bold" panose="02020700000000000000" pitchFamily="18" charset="-128"/>
                <a:ea typeface="LINE Seed JP_TTF Bold" panose="02020700000000000000" pitchFamily="18" charset="-128"/>
              </a:rPr>
              <a:t>4.</a:t>
            </a:r>
            <a:endParaRPr kumimoji="1" lang="ja-JP" altLang="en-US" sz="1600" dirty="0">
              <a:latin typeface="LINE Seed JP_TTF Bold" panose="02020700000000000000" pitchFamily="18" charset="-128"/>
              <a:ea typeface="LINE Seed JP_TTF Bold" panose="02020700000000000000" pitchFamily="18" charset="-128"/>
            </a:endParaRPr>
          </a:p>
        </p:txBody>
      </p:sp>
      <p:sp>
        <p:nvSpPr>
          <p:cNvPr id="26" name="テキスト ボックス 25">
            <a:extLst>
              <a:ext uri="{FF2B5EF4-FFF2-40B4-BE49-F238E27FC236}">
                <a16:creationId xmlns:a16="http://schemas.microsoft.com/office/drawing/2014/main" id="{85EDEBDD-23E8-E455-62AA-7180C79D1D95}"/>
              </a:ext>
            </a:extLst>
          </p:cNvPr>
          <p:cNvSpPr txBox="1"/>
          <p:nvPr/>
        </p:nvSpPr>
        <p:spPr>
          <a:xfrm>
            <a:off x="7825850" y="1674119"/>
            <a:ext cx="269828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ja-JP" sz="1600" dirty="0">
                <a:latin typeface="LINE Seed JP_TTF Bold" panose="02020700000000000000" pitchFamily="18" charset="-128"/>
                <a:ea typeface="LINE Seed JP_TTF Bold" panose="02020700000000000000" pitchFamily="18" charset="-128"/>
              </a:rPr>
              <a:t>3.</a:t>
            </a:r>
            <a:endParaRPr kumimoji="1" lang="ja-JP" altLang="en-US" sz="1600" dirty="0">
              <a:latin typeface="LINE Seed JP_TTF Bold" panose="02020700000000000000" pitchFamily="18" charset="-128"/>
              <a:ea typeface="LINE Seed JP_TTF Bold" panose="02020700000000000000" pitchFamily="18" charset="-128"/>
            </a:endParaRPr>
          </a:p>
        </p:txBody>
      </p:sp>
      <p:pic>
        <p:nvPicPr>
          <p:cNvPr id="14" name="図 13">
            <a:extLst>
              <a:ext uri="{FF2B5EF4-FFF2-40B4-BE49-F238E27FC236}">
                <a16:creationId xmlns:a16="http://schemas.microsoft.com/office/drawing/2014/main" id="{A9C56838-64D2-7EDB-65D0-74B7CD7C827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208403" y="1989000"/>
            <a:ext cx="1315736" cy="2880000"/>
          </a:xfrm>
          <a:prstGeom prst="rect">
            <a:avLst/>
          </a:prstGeom>
        </p:spPr>
      </p:pic>
      <p:pic>
        <p:nvPicPr>
          <p:cNvPr id="15" name="図 14">
            <a:extLst>
              <a:ext uri="{FF2B5EF4-FFF2-40B4-BE49-F238E27FC236}">
                <a16:creationId xmlns:a16="http://schemas.microsoft.com/office/drawing/2014/main" id="{C8BDC94B-01A0-3655-CE30-2B1065C61CE5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825850" y="1989000"/>
            <a:ext cx="1315736" cy="2880000"/>
          </a:xfrm>
          <a:prstGeom prst="rect">
            <a:avLst/>
          </a:prstGeom>
        </p:spPr>
      </p:pic>
      <p:pic>
        <p:nvPicPr>
          <p:cNvPr id="17" name="図 16">
            <a:extLst>
              <a:ext uri="{FF2B5EF4-FFF2-40B4-BE49-F238E27FC236}">
                <a16:creationId xmlns:a16="http://schemas.microsoft.com/office/drawing/2014/main" id="{FD1F39A3-42F3-85BE-BC3E-854DE1E9D186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590957" y="1989000"/>
            <a:ext cx="1315736" cy="2880000"/>
          </a:xfrm>
          <a:prstGeom prst="rect">
            <a:avLst/>
          </a:prstGeom>
        </p:spPr>
      </p:pic>
      <p:sp>
        <p:nvSpPr>
          <p:cNvPr id="18" name="正方形/長方形 17">
            <a:extLst>
              <a:ext uri="{FF2B5EF4-FFF2-40B4-BE49-F238E27FC236}">
                <a16:creationId xmlns:a16="http://schemas.microsoft.com/office/drawing/2014/main" id="{AAB65F48-C341-DBF7-A76F-CD3E62F4964E}"/>
              </a:ext>
            </a:extLst>
          </p:cNvPr>
          <p:cNvSpPr/>
          <p:nvPr/>
        </p:nvSpPr>
        <p:spPr>
          <a:xfrm>
            <a:off x="7928594" y="3693624"/>
            <a:ext cx="1080935" cy="322563"/>
          </a:xfrm>
          <a:prstGeom prst="rect">
            <a:avLst/>
          </a:prstGeom>
          <a:noFill/>
          <a:ln w="38100"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36069834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游ゴシック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170</TotalTime>
  <Words>636</Words>
  <Application>Microsoft Office PowerPoint</Application>
  <PresentationFormat>ワイド画面</PresentationFormat>
  <Paragraphs>66</Paragraphs>
  <Slides>3</Slides>
  <Notes>0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5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3</vt:i4>
      </vt:variant>
    </vt:vector>
  </HeadingPairs>
  <TitlesOfParts>
    <vt:vector size="9" baseType="lpstr">
      <vt:lpstr>LINE Seed JP_TTF Bold</vt:lpstr>
      <vt:lpstr>LINE Seed JP_TTF ExtraBold</vt:lpstr>
      <vt:lpstr>游ゴシック</vt:lpstr>
      <vt:lpstr>游ゴシック Light</vt:lpstr>
      <vt:lpstr>Arial</vt:lpstr>
      <vt:lpstr>Office テーマ</vt:lpstr>
      <vt:lpstr>PowerPoint プレゼンテーション</vt:lpstr>
      <vt:lpstr>PowerPoint プレゼンテーション</vt:lpstr>
      <vt:lpstr>PowerPoint プレゼンテーション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友樹 小林</dc:creator>
  <cp:lastModifiedBy>友樹 小林</cp:lastModifiedBy>
  <cp:revision>35</cp:revision>
  <dcterms:created xsi:type="dcterms:W3CDTF">2026-05-07T10:29:07Z</dcterms:created>
  <dcterms:modified xsi:type="dcterms:W3CDTF">2026-05-09T14:02:46Z</dcterms:modified>
</cp:coreProperties>
</file>