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9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0DE3CCA-09A2-3BA4-ADE1-5291A6FB84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2592" y="4288693"/>
            <a:ext cx="986802" cy="2160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4E68D09-2817-EC6C-8657-28AD1D95CE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 v26.8.2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for Android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②は「詳細校正」でも校正が可能です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23596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654118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51A967-435C-1F12-AFA7-8E30BBB33ACD}"/>
              </a:ext>
            </a:extLst>
          </p:cNvPr>
          <p:cNvSpPr/>
          <p:nvPr/>
        </p:nvSpPr>
        <p:spPr>
          <a:xfrm>
            <a:off x="11291149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24838-2316-F43F-D323-D4865E9F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67E3E59-1BC2-74DC-396B-3B7AFF18C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D1E612C-907D-9D09-699B-702767506C2F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v26.8.2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for iOS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750B03-10A6-7B56-867D-4CF4088EC727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②は「詳細校正」でも校正が可能です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「ブロードキャストを開始」を押す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(iOS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ドラクエウォークの画面に切り替え、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iOS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版では戦闘開始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終了の通知は表示されません</a:t>
            </a:r>
            <a:endParaRPr kumimoji="1"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C77ECC1-5733-3BC8-56E3-114EEA9948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084073-09BD-0830-A91A-F4E16C58B6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D19E69C2-1E71-5861-EA2E-FB0B38BE0EDF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6A7FC268-F1F7-02D3-A666-4CEBB532A24A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8A06BB27-F5A4-C95B-0171-BACF9155B0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C16B2387-AF8C-4CE3-35B4-7F40F190A4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5FF58DAD-C762-334F-2A43-B5C233D0DF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DE488F1F-F41D-189D-1A00-F84BB8B42E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5FE731F1-0662-1C4F-2E43-D9B0C4E5D166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F1302303-01A0-88B3-3158-1726BE3D6FF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481FD58-4CDA-1DE5-D7DB-0490ECE3A85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04A3924-9B60-9200-516C-14FFCDD3831D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BA835E6-8182-6EA0-7104-0B9C5EA4C37F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E48198D-74D9-6692-4040-4BE3B4FD88FE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1E6B99C-3D68-A1D9-5451-DA4EE066BBC0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97AAE23-B189-497F-FE50-586F2A7D3A3C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CC66B41B-F38C-F59D-EDCF-0D09076D8406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C78B1EE-151B-F364-8C9F-94700F6B675A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2CA0E93-704B-1DBC-7171-F35E3B10AE46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32B8845D-8E87-60FF-10D8-C2A9550D464D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1018149-A402-10B2-4837-9237DAB6F0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2592" y="4288693"/>
            <a:ext cx="986802" cy="2160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975A4C6-A1E8-9010-A480-367D7196A028}"/>
              </a:ext>
            </a:extLst>
          </p:cNvPr>
          <p:cNvSpPr/>
          <p:nvPr/>
        </p:nvSpPr>
        <p:spPr>
          <a:xfrm>
            <a:off x="10923596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4B47EF-49F9-933B-8C7C-3FEBC633AD98}"/>
              </a:ext>
            </a:extLst>
          </p:cNvPr>
          <p:cNvSpPr/>
          <p:nvPr/>
        </p:nvSpPr>
        <p:spPr>
          <a:xfrm>
            <a:off x="11654118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6BB0EEF-11CF-7606-374D-73B2F1E38294}"/>
              </a:ext>
            </a:extLst>
          </p:cNvPr>
          <p:cNvSpPr/>
          <p:nvPr/>
        </p:nvSpPr>
        <p:spPr>
          <a:xfrm>
            <a:off x="11291149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3211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761" y="684827"/>
            <a:ext cx="1315736" cy="288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v26.7.1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パーティ：モンスターの組み合わせで出現率や勝率が確認できる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→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単位のグラフは表示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非表示を切り替え可能です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946" y="3894805"/>
            <a:ext cx="1315736" cy="288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9358" y="684827"/>
            <a:ext cx="1315736" cy="288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2955" y="673113"/>
            <a:ext cx="1315736" cy="288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697" y="3894805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8784697" y="3621383"/>
            <a:ext cx="2745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745094" y="386164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055761" y="388331"/>
            <a:ext cx="2689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1B4-7A8A-595C-42B1-76B75435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D84F53-D300-52EB-5042-2EF9EE62391D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v26.7.1 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自動記録されず困ったときは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4B6DFC0-F53F-73B3-3195-24D7041D67BB}"/>
              </a:ext>
            </a:extLst>
          </p:cNvPr>
          <p:cNvSpPr txBox="1"/>
          <p:nvPr/>
        </p:nvSpPr>
        <p:spPr>
          <a:xfrm>
            <a:off x="285306" y="1212112"/>
            <a:ext cx="799808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画面校正を行っているか確認する</a:t>
            </a:r>
            <a:b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</a:t>
            </a:r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とくにパーティ選択画面は</a:t>
            </a:r>
            <a:r>
              <a:rPr kumimoji="1" lang="en-US" altLang="ja-JP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いずれかにフォーカスを当てて</a:t>
            </a:r>
            <a:endParaRPr lang="en-US" altLang="ja-JP" sz="1400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校正しているか確認してください。</a:t>
            </a:r>
            <a:endParaRPr kumimoji="1" lang="en-US" altLang="ja-JP" sz="1400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スマホ解像度を確認する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→スマホによっては省エネモードとして低解像度設定できたり、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逆に高解像度に設定できたりしますが、本アプリは解像度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1080x2364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で開発しています。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お手数ですが上記解像度に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近い設定でお使いいただくと自動記録の精度があがります。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モンスター識別の解析モードを確認する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→昔のスマホをお使いの方で処理負荷が高いと感じた方は、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軽負荷モードをお試しください。通常モードでは全モンスターを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マッチング対象としていますが、軽負荷モードではマッチング対象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を絞ることで動作を軽くすることが可能です。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 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マッチングスコアログを確認する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→上記でも自動記録しない場合はお問い合わせください。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その際、マッチングスコア詳細画面を共有いただけると助かります。</a:t>
            </a:r>
            <a:b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5. 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解析時間を確認する</a:t>
            </a:r>
            <a:b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→解析は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秒前後かかります。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解析が終わる前に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→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STOP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するとモンスターが識別されません。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解析</a:t>
            </a:r>
            <a:r>
              <a:rPr kumimoji="1" lang="ja-JP" altLang="en-US" sz="14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時間はバージョン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番号</a:t>
            </a:r>
            <a:r>
              <a:rPr kumimoji="1" lang="ja-JP" altLang="en-US" sz="14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長押し→「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直近の解析</a:t>
            </a:r>
            <a:r>
              <a:rPr kumimoji="1" lang="ja-JP" altLang="en-US" sz="14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ログ」から確認できます。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03387B-6DED-DF96-F155-3DF30D6BB3C6}"/>
              </a:ext>
            </a:extLst>
          </p:cNvPr>
          <p:cNvSpPr txBox="1"/>
          <p:nvPr/>
        </p:nvSpPr>
        <p:spPr>
          <a:xfrm>
            <a:off x="10590956" y="1674119"/>
            <a:ext cx="131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EDEBDD-23E8-E455-62AA-7180C79D1D95}"/>
              </a:ext>
            </a:extLst>
          </p:cNvPr>
          <p:cNvSpPr txBox="1"/>
          <p:nvPr/>
        </p:nvSpPr>
        <p:spPr>
          <a:xfrm>
            <a:off x="7825850" y="1674119"/>
            <a:ext cx="2698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9C56838-64D2-7EDB-65D0-74B7CD7C8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403" y="1989000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BDC94B-01A0-3655-CE30-2B1065C61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5850" y="1989000"/>
            <a:ext cx="1315736" cy="2880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D1F39A3-42F3-85BE-BC3E-854DE1E9D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957" y="1989000"/>
            <a:ext cx="1315736" cy="2880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AB65F48-C341-DBF7-A76F-CD3E62F4964E}"/>
              </a:ext>
            </a:extLst>
          </p:cNvPr>
          <p:cNvSpPr/>
          <p:nvPr/>
        </p:nvSpPr>
        <p:spPr>
          <a:xfrm>
            <a:off x="7928594" y="3693624"/>
            <a:ext cx="1080935" cy="32256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6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993</Words>
  <Application>Microsoft Office PowerPoint</Application>
  <PresentationFormat>ワイド画面</PresentationFormat>
  <Paragraphs>99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49</cp:revision>
  <dcterms:created xsi:type="dcterms:W3CDTF">2026-05-07T10:29:07Z</dcterms:created>
  <dcterms:modified xsi:type="dcterms:W3CDTF">2026-08-16T12:52:11Z</dcterms:modified>
</cp:coreProperties>
</file>