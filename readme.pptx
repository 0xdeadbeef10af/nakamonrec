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64AE526-3C2B-4711-997E-5283C280DC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3F3BB5D8-CAA5-F591-D9FC-D9611D6109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5F2BEFC-A43C-9BBD-2D21-BD6A231E2F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B667F1C-929B-8F7D-B217-7C5D959D8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27E8B8B-EE2D-10B5-83FC-B8AC2CEE7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162678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464712-C276-3CE6-9C79-B53E77AC6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C106007-10C1-8162-8632-9BE6F7535F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7F772B2-0894-9DFE-F61F-6BE005E3E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89F26EC-75B3-1D2F-A17E-F707654882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30BDE49-A34D-EBB7-B96C-D8D3A5D31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723301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2618321-8585-515C-8CCD-4A1963BC7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94A9E57-2898-8760-10FD-684035FC87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78A92B6-96A3-E100-28DA-82A44639C4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4F85F1E-AC00-1B00-213F-D07091A86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522C798-0D13-4769-6305-ED086B406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680029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D4819FA-0C9B-4546-983B-EED01B4BD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CF99102-DBB8-E122-F2B4-60479D51F3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D016904-E64B-7CA6-276A-A94CF72B21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13E0E54-AE61-4E91-2A68-57D52F30D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C5456ED-BCEB-5039-DAC0-974BF62F3B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8534130-9019-B66B-F9D2-E81BD1171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40121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D2DA57F-62A2-CBD2-4AEC-596AB13C3B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2C4CA68-AA70-39F7-EE13-34106D2D41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79BBAFB-8276-950D-8EA2-BF46196734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7E5B5EA-E4C2-6211-9325-CD1A93DC25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4793CE6B-BC0B-6504-F027-5C592F78163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132ACA6-74B6-E600-8070-54E574D012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6A3F6A89-D2F8-F800-5153-3DC84A500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C6997414-2AAD-7C41-EB38-F05542CCC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519445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E8D5F7D-6ECC-202D-6E68-8E1C3FB7B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92811AA-1120-1C2E-20EF-091D265D0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58AAC0F-7361-BCB3-E120-3C7ADCF83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7FED693-5E6A-8941-BA18-F11977E11E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526805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EDAF47C-4055-6A67-642F-74B6423C0F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5272375E-4CA8-0B5D-C109-8555D61C1E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73B86DD-2C8F-D8F6-E70F-3C5CBFBB42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937872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410B43-6DE1-5EA9-81AF-F7A4617CAD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AB8BB13-C27B-E084-7B44-DE9CCD4B75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3719732-6036-B340-318D-B91CC53A04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04C04B4-C9D8-1C6D-38DE-671693CC6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104C556-0D08-5FF6-3A78-EB7F8FB514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417EDCA-697A-ACFC-CC37-CA2D458B5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948676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D778EA7-2825-9A3F-3901-F37EA9899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4AFD6435-5BC1-54FF-D12A-05BF0771A2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E6BC6DC-5B38-27B6-EAAF-9449E5DB58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C8EDC0B-CB69-7CF8-E3F8-8E7A3D28B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6D91EA6-DFFE-A23C-03F9-19F5D5879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86F1D55-DD2A-7E72-1255-18D543333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909052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11B1667-E32A-3849-2DDE-5246D973E4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4FD4B8F-EFFA-0F35-A217-561FC89579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49233BA-8767-D752-E469-F166E8518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640B16D-3342-22E5-0617-38D20CF4C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0800A60-04B6-B46F-BC70-B2739AE1A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339075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3B246F68-64B6-1068-ACF6-6F361759A01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0482CCE-D751-C1FF-E946-292B1CB280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A39E63A-B793-FB2D-A560-E9D1A2E8E8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F0A0909-D821-0337-3611-5A2B511DF3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B2E8857-19A5-BC69-6CDA-54DF7F421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1509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B0A2547D-9DA7-4F93-E457-95285ADEB6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854AB1F-C082-45BD-D77C-86B5E316B6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DE9C7B4-5795-8FBA-C86D-93F1E3B29D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8BBBF9-E3FC-4297-A089-C48CD2D42611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E60A21D-05EA-D060-06E1-8A5421A8AF2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26F049D-5960-DEDF-DB38-0F7386CDFC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48347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0151B35-5F3C-DC7F-8ABC-0A0A87058B76}"/>
              </a:ext>
            </a:extLst>
          </p:cNvPr>
          <p:cNvSpPr txBox="1"/>
          <p:nvPr/>
        </p:nvSpPr>
        <p:spPr>
          <a:xfrm>
            <a:off x="285306" y="435566"/>
            <a:ext cx="116213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NakamonREC v1.5.0 </a:t>
            </a:r>
            <a:r>
              <a:rPr kumimoji="1" lang="ja-JP" altLang="en-US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クイック</a:t>
            </a:r>
            <a:r>
              <a:rPr lang="ja-JP" altLang="en-US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スタート</a:t>
            </a:r>
            <a:r>
              <a:rPr kumimoji="1" lang="ja-JP" altLang="en-US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ガイド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85F7AF1-99E0-0F27-6110-967E8FC6F391}"/>
              </a:ext>
            </a:extLst>
          </p:cNvPr>
          <p:cNvSpPr txBox="1"/>
          <p:nvPr/>
        </p:nvSpPr>
        <p:spPr>
          <a:xfrm>
            <a:off x="285306" y="1212112"/>
            <a:ext cx="7998082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キャプチャー画面の校正</a:t>
            </a:r>
            <a:b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</a:b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1-1.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アプリ使用前に戦闘を行い、以下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4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枚の画像を準備する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①パーティ選択画面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※P1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～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3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いずれかにフォーカスを当てること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②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VS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画面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③勝利画面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④敗北画面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1-2.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メイン画面から校正機能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(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カメラアイコン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)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を選択する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1-3.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「パーティ選択画面」を選択する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1-4.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「画像をインポート」を選択し、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1-1.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で保存した画像を設定する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1-5.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「校正を開始」→「自動校正」→「この位置で決定」を選択する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　→残りの②～④に対して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1-3.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～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1-5.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を繰り返す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↑↑↑ここまでは最初の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度だけ行えば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OK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です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↑↑↑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自動記録の開始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2-1.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メイン画面の中央にある「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REC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」ボタンを押す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2-2.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ドラクエウォークの画面を選択する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(Android14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以降の場合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)</a:t>
            </a: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2-3.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戦闘を開始する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　→自動記録が成功した場合、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VS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画面で戦闘開始の通知が出ます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9ACB1E92-791A-9CDB-1E8E-0E2A5D4010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89987" y="4288693"/>
            <a:ext cx="986802" cy="2160000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693CEA8E-3571-82D7-3B13-D003355E1C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0994" y="4288693"/>
            <a:ext cx="986802" cy="2160000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3E348E81-98A4-B57F-81F3-657F7312157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1167" y="4288693"/>
            <a:ext cx="986802" cy="2160000"/>
          </a:xfrm>
          <a:prstGeom prst="rect">
            <a:avLst/>
          </a:prstGeom>
        </p:spPr>
      </p:pic>
      <p:grpSp>
        <p:nvGrpSpPr>
          <p:cNvPr id="32" name="グループ化 31">
            <a:extLst>
              <a:ext uri="{FF2B5EF4-FFF2-40B4-BE49-F238E27FC236}">
                <a16:creationId xmlns:a16="http://schemas.microsoft.com/office/drawing/2014/main" id="{F1EB2A8A-A4D5-CD83-FF0A-A572E2098203}"/>
              </a:ext>
            </a:extLst>
          </p:cNvPr>
          <p:cNvGrpSpPr/>
          <p:nvPr/>
        </p:nvGrpSpPr>
        <p:grpSpPr>
          <a:xfrm>
            <a:off x="7789987" y="1133193"/>
            <a:ext cx="4111077" cy="2419635"/>
            <a:chOff x="7789987" y="1133193"/>
            <a:chExt cx="4111077" cy="2419635"/>
          </a:xfrm>
        </p:grpSpPr>
        <p:grpSp>
          <p:nvGrpSpPr>
            <p:cNvPr id="27" name="グループ化 26">
              <a:extLst>
                <a:ext uri="{FF2B5EF4-FFF2-40B4-BE49-F238E27FC236}">
                  <a16:creationId xmlns:a16="http://schemas.microsoft.com/office/drawing/2014/main" id="{CF614664-0F7D-40BD-B190-8B03A27DFE69}"/>
                </a:ext>
              </a:extLst>
            </p:cNvPr>
            <p:cNvGrpSpPr/>
            <p:nvPr/>
          </p:nvGrpSpPr>
          <p:grpSpPr>
            <a:xfrm>
              <a:off x="7789987" y="1392828"/>
              <a:ext cx="4111077" cy="2160000"/>
              <a:chOff x="7789987" y="1392828"/>
              <a:chExt cx="4111077" cy="2160000"/>
            </a:xfrm>
          </p:grpSpPr>
          <p:pic>
            <p:nvPicPr>
              <p:cNvPr id="12" name="図 11">
                <a:extLst>
                  <a:ext uri="{FF2B5EF4-FFF2-40B4-BE49-F238E27FC236}">
                    <a16:creationId xmlns:a16="http://schemas.microsoft.com/office/drawing/2014/main" id="{0CE27011-307F-FE6E-551B-855B3855D52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914262" y="1392828"/>
                <a:ext cx="986802" cy="2160000"/>
              </a:xfrm>
              <a:prstGeom prst="rect">
                <a:avLst/>
              </a:prstGeom>
            </p:spPr>
          </p:pic>
          <p:pic>
            <p:nvPicPr>
              <p:cNvPr id="18" name="図 17">
                <a:extLst>
                  <a:ext uri="{FF2B5EF4-FFF2-40B4-BE49-F238E27FC236}">
                    <a16:creationId xmlns:a16="http://schemas.microsoft.com/office/drawing/2014/main" id="{46C45C08-5353-842E-B54B-A31F3F40E53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872837" y="1392828"/>
                <a:ext cx="986802" cy="2160000"/>
              </a:xfrm>
              <a:prstGeom prst="rect">
                <a:avLst/>
              </a:prstGeom>
            </p:spPr>
          </p:pic>
          <p:pic>
            <p:nvPicPr>
              <p:cNvPr id="22" name="図 21">
                <a:extLst>
                  <a:ext uri="{FF2B5EF4-FFF2-40B4-BE49-F238E27FC236}">
                    <a16:creationId xmlns:a16="http://schemas.microsoft.com/office/drawing/2014/main" id="{7F4BCC7B-D13F-8937-C9FA-4C9EA85469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831412" y="1392828"/>
                <a:ext cx="986802" cy="2160000"/>
              </a:xfrm>
              <a:prstGeom prst="rect">
                <a:avLst/>
              </a:prstGeom>
            </p:spPr>
          </p:pic>
          <p:pic>
            <p:nvPicPr>
              <p:cNvPr id="26" name="図 25">
                <a:extLst>
                  <a:ext uri="{FF2B5EF4-FFF2-40B4-BE49-F238E27FC236}">
                    <a16:creationId xmlns:a16="http://schemas.microsoft.com/office/drawing/2014/main" id="{90FC86A2-EEA3-75E9-58B1-26B3EC1BEA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789987" y="1392828"/>
                <a:ext cx="986802" cy="2160000"/>
              </a:xfrm>
              <a:prstGeom prst="rect">
                <a:avLst/>
              </a:prstGeom>
            </p:spPr>
          </p:pic>
        </p:grpSp>
        <p:sp>
          <p:nvSpPr>
            <p:cNvPr id="28" name="テキスト ボックス 27">
              <a:extLst>
                <a:ext uri="{FF2B5EF4-FFF2-40B4-BE49-F238E27FC236}">
                  <a16:creationId xmlns:a16="http://schemas.microsoft.com/office/drawing/2014/main" id="{6407930E-34C1-37DD-694F-6CB9BA0269C3}"/>
                </a:ext>
              </a:extLst>
            </p:cNvPr>
            <p:cNvSpPr txBox="1"/>
            <p:nvPr/>
          </p:nvSpPr>
          <p:spPr>
            <a:xfrm>
              <a:off x="7789987" y="1133193"/>
              <a:ext cx="49340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 dirty="0">
                  <a:latin typeface="LINE Seed JP_TTF Bold" panose="02020700000000000000" pitchFamily="18" charset="-128"/>
                  <a:ea typeface="LINE Seed JP_TTF Bold" panose="02020700000000000000" pitchFamily="18" charset="-128"/>
                </a:rPr>
                <a:t>①</a:t>
              </a:r>
            </a:p>
          </p:txBody>
        </p:sp>
        <p:sp>
          <p:nvSpPr>
            <p:cNvPr id="29" name="テキスト ボックス 28">
              <a:extLst>
                <a:ext uri="{FF2B5EF4-FFF2-40B4-BE49-F238E27FC236}">
                  <a16:creationId xmlns:a16="http://schemas.microsoft.com/office/drawing/2014/main" id="{8F2B54F5-61BF-2957-7435-22BF5B074946}"/>
                </a:ext>
              </a:extLst>
            </p:cNvPr>
            <p:cNvSpPr txBox="1"/>
            <p:nvPr/>
          </p:nvSpPr>
          <p:spPr>
            <a:xfrm>
              <a:off x="8831412" y="1133193"/>
              <a:ext cx="49340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 dirty="0">
                  <a:latin typeface="LINE Seed JP_TTF Bold" panose="02020700000000000000" pitchFamily="18" charset="-128"/>
                  <a:ea typeface="LINE Seed JP_TTF Bold" panose="02020700000000000000" pitchFamily="18" charset="-128"/>
                </a:rPr>
                <a:t>②</a:t>
              </a:r>
            </a:p>
          </p:txBody>
        </p:sp>
        <p:sp>
          <p:nvSpPr>
            <p:cNvPr id="30" name="テキスト ボックス 29">
              <a:extLst>
                <a:ext uri="{FF2B5EF4-FFF2-40B4-BE49-F238E27FC236}">
                  <a16:creationId xmlns:a16="http://schemas.microsoft.com/office/drawing/2014/main" id="{E9D0BCA7-4CDE-7D92-C318-AC15EEDBB921}"/>
                </a:ext>
              </a:extLst>
            </p:cNvPr>
            <p:cNvSpPr txBox="1"/>
            <p:nvPr/>
          </p:nvSpPr>
          <p:spPr>
            <a:xfrm>
              <a:off x="9872837" y="1133193"/>
              <a:ext cx="49340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 dirty="0">
                  <a:latin typeface="LINE Seed JP_TTF Bold" panose="02020700000000000000" pitchFamily="18" charset="-128"/>
                  <a:ea typeface="LINE Seed JP_TTF Bold" panose="02020700000000000000" pitchFamily="18" charset="-128"/>
                </a:rPr>
                <a:t>③</a:t>
              </a:r>
            </a:p>
          </p:txBody>
        </p:sp>
        <p:sp>
          <p:nvSpPr>
            <p:cNvPr id="31" name="テキスト ボックス 30">
              <a:extLst>
                <a:ext uri="{FF2B5EF4-FFF2-40B4-BE49-F238E27FC236}">
                  <a16:creationId xmlns:a16="http://schemas.microsoft.com/office/drawing/2014/main" id="{DDE68958-9069-A507-DEB1-C4795FC4116C}"/>
                </a:ext>
              </a:extLst>
            </p:cNvPr>
            <p:cNvSpPr txBox="1"/>
            <p:nvPr/>
          </p:nvSpPr>
          <p:spPr>
            <a:xfrm>
              <a:off x="10905297" y="1133193"/>
              <a:ext cx="49340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 dirty="0">
                  <a:latin typeface="LINE Seed JP_TTF Bold" panose="02020700000000000000" pitchFamily="18" charset="-128"/>
                  <a:ea typeface="LINE Seed JP_TTF Bold" panose="02020700000000000000" pitchFamily="18" charset="-128"/>
                </a:rPr>
                <a:t>④</a:t>
              </a:r>
            </a:p>
          </p:txBody>
        </p:sp>
      </p:grpSp>
      <p:pic>
        <p:nvPicPr>
          <p:cNvPr id="34" name="図 33">
            <a:extLst>
              <a:ext uri="{FF2B5EF4-FFF2-40B4-BE49-F238E27FC236}">
                <a16:creationId xmlns:a16="http://schemas.microsoft.com/office/drawing/2014/main" id="{D518DF3C-2E2B-D86A-E8D9-8ECD6A129C5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14262" y="4288693"/>
            <a:ext cx="986802" cy="2160000"/>
          </a:xfrm>
          <a:prstGeom prst="rect">
            <a:avLst/>
          </a:prstGeom>
        </p:spPr>
      </p:pic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AEFD70C0-9EA5-72B4-EDDF-8CD9D50D06E5}"/>
              </a:ext>
            </a:extLst>
          </p:cNvPr>
          <p:cNvSpPr txBox="1"/>
          <p:nvPr/>
        </p:nvSpPr>
        <p:spPr>
          <a:xfrm>
            <a:off x="7790822" y="4012879"/>
            <a:ext cx="985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1-2.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35E05AD0-3D38-2BBA-DBA8-F804ABE3FAC6}"/>
              </a:ext>
            </a:extLst>
          </p:cNvPr>
          <p:cNvSpPr txBox="1"/>
          <p:nvPr/>
        </p:nvSpPr>
        <p:spPr>
          <a:xfrm>
            <a:off x="8831412" y="4012879"/>
            <a:ext cx="985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1-3.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1E332041-C90C-4766-42F7-E5BDC7EB35FC}"/>
              </a:ext>
            </a:extLst>
          </p:cNvPr>
          <p:cNvSpPr txBox="1"/>
          <p:nvPr/>
        </p:nvSpPr>
        <p:spPr>
          <a:xfrm>
            <a:off x="9872002" y="4012879"/>
            <a:ext cx="985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1-4.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71F80654-C1D7-47E5-E433-3368B99C717D}"/>
              </a:ext>
            </a:extLst>
          </p:cNvPr>
          <p:cNvSpPr txBox="1"/>
          <p:nvPr/>
        </p:nvSpPr>
        <p:spPr>
          <a:xfrm>
            <a:off x="10915097" y="4012879"/>
            <a:ext cx="985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1-5.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8BF44463-DC6F-E8A3-7D13-4F93D7291709}"/>
              </a:ext>
            </a:extLst>
          </p:cNvPr>
          <p:cNvSpPr/>
          <p:nvPr/>
        </p:nvSpPr>
        <p:spPr>
          <a:xfrm>
            <a:off x="8548189" y="4481829"/>
            <a:ext cx="255494" cy="239257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87FE375B-FD03-271D-38D9-54901D2AD7A7}"/>
              </a:ext>
            </a:extLst>
          </p:cNvPr>
          <p:cNvSpPr/>
          <p:nvPr/>
        </p:nvSpPr>
        <p:spPr>
          <a:xfrm>
            <a:off x="9951404" y="5280379"/>
            <a:ext cx="383881" cy="129766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876AB9F6-8820-910E-99A2-96E1885DA10E}"/>
              </a:ext>
            </a:extLst>
          </p:cNvPr>
          <p:cNvSpPr/>
          <p:nvPr/>
        </p:nvSpPr>
        <p:spPr>
          <a:xfrm>
            <a:off x="9951404" y="5508979"/>
            <a:ext cx="383881" cy="129766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0107AD99-A256-01FC-704B-BD8B4195338A}"/>
              </a:ext>
            </a:extLst>
          </p:cNvPr>
          <p:cNvSpPr/>
          <p:nvPr/>
        </p:nvSpPr>
        <p:spPr>
          <a:xfrm>
            <a:off x="8906035" y="5127979"/>
            <a:ext cx="504665" cy="129766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55440A85-4165-A2DC-2665-797CD799BCB9}"/>
              </a:ext>
            </a:extLst>
          </p:cNvPr>
          <p:cNvSpPr/>
          <p:nvPr/>
        </p:nvSpPr>
        <p:spPr>
          <a:xfrm>
            <a:off x="10941844" y="6199542"/>
            <a:ext cx="456854" cy="129766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C7F60958-450F-C270-8CF6-69B3B4151F7A}"/>
              </a:ext>
            </a:extLst>
          </p:cNvPr>
          <p:cNvSpPr/>
          <p:nvPr/>
        </p:nvSpPr>
        <p:spPr>
          <a:xfrm>
            <a:off x="11421454" y="6299554"/>
            <a:ext cx="456854" cy="129766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641560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CF58DCAB-9FCD-D139-4D68-69FD1CDD00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4048" y="1410285"/>
            <a:ext cx="986802" cy="2160000"/>
          </a:xfrm>
          <a:prstGeom prst="rect">
            <a:avLst/>
          </a:prstGeom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ADC695A-CBEF-3297-2172-55F1F65C6BA6}"/>
              </a:ext>
            </a:extLst>
          </p:cNvPr>
          <p:cNvSpPr txBox="1"/>
          <p:nvPr/>
        </p:nvSpPr>
        <p:spPr>
          <a:xfrm>
            <a:off x="285306" y="435566"/>
            <a:ext cx="116213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NakamonREC v1.5.0 </a:t>
            </a:r>
            <a:r>
              <a:rPr kumimoji="1" lang="ja-JP" altLang="en-US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戦績チェックガイド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31E5392-D076-AF4C-9065-E67CA9621828}"/>
              </a:ext>
            </a:extLst>
          </p:cNvPr>
          <p:cNvSpPr txBox="1"/>
          <p:nvPr/>
        </p:nvSpPr>
        <p:spPr>
          <a:xfrm>
            <a:off x="285306" y="1212112"/>
            <a:ext cx="7998082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レコード編集機能 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※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画面下部のボタンが編集モード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(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)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時</a:t>
            </a:r>
            <a:b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</a:b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1-1.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任意のレコードで長押しする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1-2.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勝敗、選択パーティ、使用モンスターの修正が可能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1-3.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その他、レコードの追加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/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削除、マッチングスコアの確認が可能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レコードフィルタ機能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※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画面下部のボタンがフィルタモード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(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)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時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2-1.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レコード左端の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WIN/LOSE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を押すと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WIN/LOSE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でフィルタ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2-2.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レコード中の任意のモンスターを押すと対象モンスターでフィルタ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2-3.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画面上部のフィルタ欄の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フィルタ条件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/CLEAR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ボタンで解除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3.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レコード集計機能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3-1.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画面下部右側の虫眼鏡アイコン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(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)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を選択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3-2.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「パーティ集計」もしくは「モンスター集計」を選択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①パーティ集計：最新の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P1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～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3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以外の過去のパーティ戦績が確認できる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②モンスター集計：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24H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単位のモンスター出現率や勝率が確認できる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1605A71-E89F-D35F-C9A2-D1FA005E19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6865" y="4280287"/>
            <a:ext cx="986802" cy="2160000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CBF88DAA-3308-7616-5792-897F5E5DB9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2157" y="1410285"/>
            <a:ext cx="986802" cy="2160000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7583A8DD-D857-06C0-FA11-E15E362E17A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0266" y="1398571"/>
            <a:ext cx="986802" cy="2160000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5F2EDBB5-044F-EBD8-41A5-2227C68F358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8756" y="4280287"/>
            <a:ext cx="986802" cy="2160000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1C79C4DC-DD4A-BD6E-8581-9D4328D6F56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069" y="1119387"/>
            <a:ext cx="432000" cy="432000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D68C6C6F-47C6-7797-CBBD-A427486BDBD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1923" y="2490285"/>
            <a:ext cx="432000" cy="432000"/>
          </a:xfrm>
          <a:prstGeom prst="rect">
            <a:avLst/>
          </a:prstGeom>
        </p:spPr>
      </p:pic>
      <p:pic>
        <p:nvPicPr>
          <p:cNvPr id="19" name="図 18">
            <a:extLst>
              <a:ext uri="{FF2B5EF4-FFF2-40B4-BE49-F238E27FC236}">
                <a16:creationId xmlns:a16="http://schemas.microsoft.com/office/drawing/2014/main" id="{AE06AC10-10D8-FA0E-AB88-8EAE8C4E0FE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9398" y="4094258"/>
            <a:ext cx="432000" cy="432000"/>
          </a:xfrm>
          <a:prstGeom prst="rect">
            <a:avLst/>
          </a:prstGeom>
        </p:spPr>
      </p:pic>
      <p:pic>
        <p:nvPicPr>
          <p:cNvPr id="22" name="図 21">
            <a:extLst>
              <a:ext uri="{FF2B5EF4-FFF2-40B4-BE49-F238E27FC236}">
                <a16:creationId xmlns:a16="http://schemas.microsoft.com/office/drawing/2014/main" id="{B1221A8E-20E7-CB5F-9920-1662D425C4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6865" y="4285944"/>
            <a:ext cx="986802" cy="2160000"/>
          </a:xfrm>
          <a:prstGeom prst="rect">
            <a:avLst/>
          </a:prstGeom>
        </p:spPr>
      </p:pic>
      <p:pic>
        <p:nvPicPr>
          <p:cNvPr id="23" name="図 22">
            <a:extLst>
              <a:ext uri="{FF2B5EF4-FFF2-40B4-BE49-F238E27FC236}">
                <a16:creationId xmlns:a16="http://schemas.microsoft.com/office/drawing/2014/main" id="{F6EAC965-0679-5B35-C741-E0106955AB1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8756" y="4285944"/>
            <a:ext cx="986802" cy="2160000"/>
          </a:xfrm>
          <a:prstGeom prst="rect">
            <a:avLst/>
          </a:prstGeom>
        </p:spPr>
      </p:pic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9F5D1E4E-6A84-2A5D-73F1-47DC14D79397}"/>
              </a:ext>
            </a:extLst>
          </p:cNvPr>
          <p:cNvSpPr txBox="1"/>
          <p:nvPr/>
        </p:nvSpPr>
        <p:spPr>
          <a:xfrm>
            <a:off x="9278756" y="3971704"/>
            <a:ext cx="20749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3.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636F7867-3EEA-E744-EC42-BC3E8E1E08F8}"/>
              </a:ext>
            </a:extLst>
          </p:cNvPr>
          <p:cNvSpPr txBox="1"/>
          <p:nvPr/>
        </p:nvSpPr>
        <p:spPr>
          <a:xfrm>
            <a:off x="10860266" y="1101898"/>
            <a:ext cx="9868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749F43CF-8103-6109-F255-D0C832095B58}"/>
              </a:ext>
            </a:extLst>
          </p:cNvPr>
          <p:cNvSpPr txBox="1"/>
          <p:nvPr/>
        </p:nvSpPr>
        <p:spPr>
          <a:xfrm>
            <a:off x="8684047" y="1101898"/>
            <a:ext cx="20749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271054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427</Words>
  <Application>Microsoft Office PowerPoint</Application>
  <PresentationFormat>ワイド画面</PresentationFormat>
  <Paragraphs>45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8" baseType="lpstr">
      <vt:lpstr>LINE Seed JP_TTF Bold</vt:lpstr>
      <vt:lpstr>LINE Seed JP_TTF ExtraBold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友樹 小林</dc:creator>
  <cp:lastModifiedBy>友樹 小林</cp:lastModifiedBy>
  <cp:revision>25</cp:revision>
  <dcterms:created xsi:type="dcterms:W3CDTF">2026-05-07T10:29:07Z</dcterms:created>
  <dcterms:modified xsi:type="dcterms:W3CDTF">2026-05-07T11:43:12Z</dcterms:modified>
</cp:coreProperties>
</file>